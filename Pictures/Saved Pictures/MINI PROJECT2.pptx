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7"/>
  </p:notesMasterIdLst>
  <p:sldIdLst>
    <p:sldId id="305" r:id="rId2"/>
    <p:sldId id="258" r:id="rId3"/>
    <p:sldId id="306" r:id="rId4"/>
    <p:sldId id="259" r:id="rId5"/>
    <p:sldId id="261" r:id="rId6"/>
    <p:sldId id="307" r:id="rId7"/>
    <p:sldId id="311" r:id="rId8"/>
    <p:sldId id="310" r:id="rId9"/>
    <p:sldId id="309" r:id="rId10"/>
    <p:sldId id="264" r:id="rId11"/>
    <p:sldId id="312" r:id="rId12"/>
    <p:sldId id="267" r:id="rId13"/>
    <p:sldId id="268" r:id="rId14"/>
    <p:sldId id="269" r:id="rId15"/>
    <p:sldId id="318" r:id="rId16"/>
    <p:sldId id="270" r:id="rId17"/>
    <p:sldId id="314" r:id="rId18"/>
    <p:sldId id="271" r:id="rId19"/>
    <p:sldId id="315" r:id="rId20"/>
    <p:sldId id="272" r:id="rId21"/>
    <p:sldId id="319" r:id="rId22"/>
    <p:sldId id="316" r:id="rId23"/>
    <p:sldId id="317" r:id="rId24"/>
    <p:sldId id="274" r:id="rId25"/>
    <p:sldId id="275" r:id="rId2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Bookman Old Style" panose="02050604050505020204" pitchFamily="18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ExtraBold" panose="00000900000000000000" pitchFamily="2" charset="0"/>
      <p:bold r:id="rId37"/>
      <p:boldItalic r:id="rId38"/>
    </p:embeddedFont>
    <p:embeddedFont>
      <p:font typeface="Sitka Text Semi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DA3AA-D72C-46D4-B32E-55C32156EF71}" v="19" dt="2024-11-24T09:58:12.127"/>
  </p1510:revLst>
</p1510:revInfo>
</file>

<file path=ppt/tableStyles.xml><?xml version="1.0" encoding="utf-8"?>
<a:tblStyleLst xmlns:a="http://schemas.openxmlformats.org/drawingml/2006/main" def="{713D4CB7-2BD1-4E10-8052-3BAA4AA87033}">
  <a:tblStyle styleId="{713D4CB7-2BD1-4E10-8052-3BAA4AA870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0" autoAdjust="0"/>
    <p:restoredTop sz="94660"/>
  </p:normalViewPr>
  <p:slideViewPr>
    <p:cSldViewPr snapToGrid="0">
      <p:cViewPr varScale="1">
        <p:scale>
          <a:sx n="89" d="100"/>
          <a:sy n="89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3AB831-79D4-4651-ACD8-5B25FC92632F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FAA24576-159D-407E-837E-01D9AA4879B5}">
      <dgm:prSet phldrT="[Text]"/>
      <dgm:spPr>
        <a:noFill/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b="1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Inductive Power Transfer Principle</a:t>
          </a:r>
          <a:endParaRPr lang="en-IN" dirty="0">
            <a:solidFill>
              <a:srgbClr val="FF0000"/>
            </a:solidFill>
          </a:endParaRPr>
        </a:p>
      </dgm:t>
    </dgm:pt>
    <dgm:pt modelId="{03CDE914-90A2-476D-A966-BAF6F07DD8FE}" type="parTrans" cxnId="{5399D0C8-75CD-4722-A5AD-D1510351C694}">
      <dgm:prSet/>
      <dgm:spPr/>
      <dgm:t>
        <a:bodyPr/>
        <a:lstStyle/>
        <a:p>
          <a:endParaRPr lang="en-IN"/>
        </a:p>
      </dgm:t>
    </dgm:pt>
    <dgm:pt modelId="{A65EDFAF-072C-4DE7-9BC3-432F67B1A98F}" type="sibTrans" cxnId="{5399D0C8-75CD-4722-A5AD-D1510351C694}">
      <dgm:prSet/>
      <dgm:spPr/>
      <dgm:t>
        <a:bodyPr/>
        <a:lstStyle/>
        <a:p>
          <a:endParaRPr lang="en-IN"/>
        </a:p>
      </dgm:t>
    </dgm:pt>
    <dgm:pt modelId="{6184DC50-9D76-4600-9095-1E09B629E45C}">
      <dgm:prSet phldrT="[Text]"/>
      <dgm:spPr>
        <a:noFill/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b="1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Transmitter and Receiver Coil Design</a:t>
          </a:r>
          <a:endParaRPr lang="en-IN" dirty="0">
            <a:solidFill>
              <a:srgbClr val="FF0000"/>
            </a:solidFill>
          </a:endParaRPr>
        </a:p>
      </dgm:t>
    </dgm:pt>
    <dgm:pt modelId="{BB3E0616-50D0-4A97-80B6-D57CEB12A4AF}" type="parTrans" cxnId="{2BE9F7EF-8384-46EC-8EC9-ED7C3FC3CA46}">
      <dgm:prSet/>
      <dgm:spPr/>
      <dgm:t>
        <a:bodyPr/>
        <a:lstStyle/>
        <a:p>
          <a:endParaRPr lang="en-IN"/>
        </a:p>
      </dgm:t>
    </dgm:pt>
    <dgm:pt modelId="{3E4BE415-9DBA-46F7-A5B3-494DBF8EA488}" type="sibTrans" cxnId="{2BE9F7EF-8384-46EC-8EC9-ED7C3FC3CA46}">
      <dgm:prSet/>
      <dgm:spPr/>
      <dgm:t>
        <a:bodyPr/>
        <a:lstStyle/>
        <a:p>
          <a:endParaRPr lang="en-IN"/>
        </a:p>
      </dgm:t>
    </dgm:pt>
    <dgm:pt modelId="{D2ED70F0-79CF-4AC7-9B2A-69FA92E79D2E}">
      <dgm:prSet phldrT="[Text]"/>
      <dgm:spPr>
        <a:noFill/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b="1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Transmitter Circuit Assembly</a:t>
          </a:r>
          <a:endParaRPr lang="en-IN" dirty="0">
            <a:solidFill>
              <a:srgbClr val="FF0000"/>
            </a:solidFill>
          </a:endParaRPr>
        </a:p>
      </dgm:t>
    </dgm:pt>
    <dgm:pt modelId="{314DEEBE-DFE3-47A5-9CD9-BE143573A70C}" type="parTrans" cxnId="{C8897375-7C3F-4134-A6A5-73CD21E7EAA2}">
      <dgm:prSet/>
      <dgm:spPr/>
      <dgm:t>
        <a:bodyPr/>
        <a:lstStyle/>
        <a:p>
          <a:endParaRPr lang="en-IN"/>
        </a:p>
      </dgm:t>
    </dgm:pt>
    <dgm:pt modelId="{812B548A-59B7-4E42-8152-C8E1882CCAC6}" type="sibTrans" cxnId="{C8897375-7C3F-4134-A6A5-73CD21E7EAA2}">
      <dgm:prSet/>
      <dgm:spPr/>
      <dgm:t>
        <a:bodyPr/>
        <a:lstStyle/>
        <a:p>
          <a:endParaRPr lang="en-IN"/>
        </a:p>
      </dgm:t>
    </dgm:pt>
    <dgm:pt modelId="{D3ED9E33-731A-4E6E-AA10-235A550D3523}">
      <dgm:prSet phldrT="[Text]"/>
      <dgm:spPr>
        <a:noFill/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b="1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Receiver Circuit Setup</a:t>
          </a:r>
          <a:endParaRPr lang="en-IN" dirty="0">
            <a:solidFill>
              <a:srgbClr val="FF0000"/>
            </a:solidFill>
          </a:endParaRPr>
        </a:p>
      </dgm:t>
    </dgm:pt>
    <dgm:pt modelId="{D2B9BE28-F66B-4F15-8FA8-05D905679191}" type="parTrans" cxnId="{6BCED055-A615-46B9-A79E-69DEE0CFAFC9}">
      <dgm:prSet/>
      <dgm:spPr/>
      <dgm:t>
        <a:bodyPr/>
        <a:lstStyle/>
        <a:p>
          <a:endParaRPr lang="en-IN"/>
        </a:p>
      </dgm:t>
    </dgm:pt>
    <dgm:pt modelId="{9764E886-2C9B-436F-999D-E5262131C7FD}" type="sibTrans" cxnId="{6BCED055-A615-46B9-A79E-69DEE0CFAFC9}">
      <dgm:prSet/>
      <dgm:spPr/>
      <dgm:t>
        <a:bodyPr/>
        <a:lstStyle/>
        <a:p>
          <a:endParaRPr lang="en-IN"/>
        </a:p>
      </dgm:t>
    </dgm:pt>
    <dgm:pt modelId="{EF9EA262-3DDE-45D7-9FDF-D4934877FF62}" type="pres">
      <dgm:prSet presAssocID="{503AB831-79D4-4651-ACD8-5B25FC92632F}" presName="Name0" presStyleCnt="0">
        <dgm:presLayoutVars>
          <dgm:resizeHandles/>
        </dgm:presLayoutVars>
      </dgm:prSet>
      <dgm:spPr/>
    </dgm:pt>
    <dgm:pt modelId="{59F70891-8341-462A-9A51-ED18A3A5F1DE}" type="pres">
      <dgm:prSet presAssocID="{FAA24576-159D-407E-837E-01D9AA4879B5}" presName="text" presStyleLbl="node1" presStyleIdx="0" presStyleCnt="4" custScaleX="120869" custLinFactNeighborY="-10340">
        <dgm:presLayoutVars>
          <dgm:bulletEnabled val="1"/>
        </dgm:presLayoutVars>
      </dgm:prSet>
      <dgm:spPr/>
    </dgm:pt>
    <dgm:pt modelId="{07218E26-8458-457A-929A-7030F57A5B7C}" type="pres">
      <dgm:prSet presAssocID="{A65EDFAF-072C-4DE7-9BC3-432F67B1A98F}" presName="space" presStyleCnt="0"/>
      <dgm:spPr/>
    </dgm:pt>
    <dgm:pt modelId="{D7712431-D1A8-40DA-B67E-DF2B1E2EAE4E}" type="pres">
      <dgm:prSet presAssocID="{6184DC50-9D76-4600-9095-1E09B629E45C}" presName="text" presStyleLbl="node1" presStyleIdx="1" presStyleCnt="4" custScaleX="101193">
        <dgm:presLayoutVars>
          <dgm:bulletEnabled val="1"/>
        </dgm:presLayoutVars>
      </dgm:prSet>
      <dgm:spPr/>
    </dgm:pt>
    <dgm:pt modelId="{ED309973-E373-4EB1-8166-405EC2F7427F}" type="pres">
      <dgm:prSet presAssocID="{3E4BE415-9DBA-46F7-A5B3-494DBF8EA488}" presName="space" presStyleCnt="0"/>
      <dgm:spPr/>
    </dgm:pt>
    <dgm:pt modelId="{330564FC-B156-456C-98F6-A2EDAC41BBAD}" type="pres">
      <dgm:prSet presAssocID="{D2ED70F0-79CF-4AC7-9B2A-69FA92E79D2E}" presName="text" presStyleLbl="node1" presStyleIdx="2" presStyleCnt="4" custScaleX="129245">
        <dgm:presLayoutVars>
          <dgm:bulletEnabled val="1"/>
        </dgm:presLayoutVars>
      </dgm:prSet>
      <dgm:spPr/>
    </dgm:pt>
    <dgm:pt modelId="{D2F13243-E548-462C-9346-6C2312745A47}" type="pres">
      <dgm:prSet presAssocID="{812B548A-59B7-4E42-8152-C8E1882CCAC6}" presName="space" presStyleCnt="0"/>
      <dgm:spPr/>
    </dgm:pt>
    <dgm:pt modelId="{83B3EFDD-0727-4EB7-A4C3-00633FBB6311}" type="pres">
      <dgm:prSet presAssocID="{D3ED9E33-731A-4E6E-AA10-235A550D3523}" presName="text" presStyleLbl="node1" presStyleIdx="3" presStyleCnt="4" custScaleX="162789">
        <dgm:presLayoutVars>
          <dgm:bulletEnabled val="1"/>
        </dgm:presLayoutVars>
      </dgm:prSet>
      <dgm:spPr/>
    </dgm:pt>
  </dgm:ptLst>
  <dgm:cxnLst>
    <dgm:cxn modelId="{F1D1263B-AE12-4B98-8D72-1C742D25C47B}" type="presOf" srcId="{6184DC50-9D76-4600-9095-1E09B629E45C}" destId="{D7712431-D1A8-40DA-B67E-DF2B1E2EAE4E}" srcOrd="0" destOrd="0" presId="urn:diagrams.loki3.com/VaryingWidthList"/>
    <dgm:cxn modelId="{A8899A62-92A8-4793-BCC0-53FA88D47D9A}" type="presOf" srcId="{FAA24576-159D-407E-837E-01D9AA4879B5}" destId="{59F70891-8341-462A-9A51-ED18A3A5F1DE}" srcOrd="0" destOrd="0" presId="urn:diagrams.loki3.com/VaryingWidthList"/>
    <dgm:cxn modelId="{5F78216C-EC18-4C6D-BBEA-2C5469C41C2F}" type="presOf" srcId="{D3ED9E33-731A-4E6E-AA10-235A550D3523}" destId="{83B3EFDD-0727-4EB7-A4C3-00633FBB6311}" srcOrd="0" destOrd="0" presId="urn:diagrams.loki3.com/VaryingWidthList"/>
    <dgm:cxn modelId="{6AAC4854-E766-404A-9C94-8AA849D3B97A}" type="presOf" srcId="{503AB831-79D4-4651-ACD8-5B25FC92632F}" destId="{EF9EA262-3DDE-45D7-9FDF-D4934877FF62}" srcOrd="0" destOrd="0" presId="urn:diagrams.loki3.com/VaryingWidthList"/>
    <dgm:cxn modelId="{C8897375-7C3F-4134-A6A5-73CD21E7EAA2}" srcId="{503AB831-79D4-4651-ACD8-5B25FC92632F}" destId="{D2ED70F0-79CF-4AC7-9B2A-69FA92E79D2E}" srcOrd="2" destOrd="0" parTransId="{314DEEBE-DFE3-47A5-9CD9-BE143573A70C}" sibTransId="{812B548A-59B7-4E42-8152-C8E1882CCAC6}"/>
    <dgm:cxn modelId="{6BCED055-A615-46B9-A79E-69DEE0CFAFC9}" srcId="{503AB831-79D4-4651-ACD8-5B25FC92632F}" destId="{D3ED9E33-731A-4E6E-AA10-235A550D3523}" srcOrd="3" destOrd="0" parTransId="{D2B9BE28-F66B-4F15-8FA8-05D905679191}" sibTransId="{9764E886-2C9B-436F-999D-E5262131C7FD}"/>
    <dgm:cxn modelId="{932272C0-148B-4193-A302-29818C68A4C4}" type="presOf" srcId="{D2ED70F0-79CF-4AC7-9B2A-69FA92E79D2E}" destId="{330564FC-B156-456C-98F6-A2EDAC41BBAD}" srcOrd="0" destOrd="0" presId="urn:diagrams.loki3.com/VaryingWidthList"/>
    <dgm:cxn modelId="{5399D0C8-75CD-4722-A5AD-D1510351C694}" srcId="{503AB831-79D4-4651-ACD8-5B25FC92632F}" destId="{FAA24576-159D-407E-837E-01D9AA4879B5}" srcOrd="0" destOrd="0" parTransId="{03CDE914-90A2-476D-A966-BAF6F07DD8FE}" sibTransId="{A65EDFAF-072C-4DE7-9BC3-432F67B1A98F}"/>
    <dgm:cxn modelId="{2BE9F7EF-8384-46EC-8EC9-ED7C3FC3CA46}" srcId="{503AB831-79D4-4651-ACD8-5B25FC92632F}" destId="{6184DC50-9D76-4600-9095-1E09B629E45C}" srcOrd="1" destOrd="0" parTransId="{BB3E0616-50D0-4A97-80B6-D57CEB12A4AF}" sibTransId="{3E4BE415-9DBA-46F7-A5B3-494DBF8EA488}"/>
    <dgm:cxn modelId="{49DF73DD-F8C2-4004-A235-DEDDD2A5FB5D}" type="presParOf" srcId="{EF9EA262-3DDE-45D7-9FDF-D4934877FF62}" destId="{59F70891-8341-462A-9A51-ED18A3A5F1DE}" srcOrd="0" destOrd="0" presId="urn:diagrams.loki3.com/VaryingWidthList"/>
    <dgm:cxn modelId="{EA1FDA22-0FC1-4FBB-A314-7D4F98CB1D9B}" type="presParOf" srcId="{EF9EA262-3DDE-45D7-9FDF-D4934877FF62}" destId="{07218E26-8458-457A-929A-7030F57A5B7C}" srcOrd="1" destOrd="0" presId="urn:diagrams.loki3.com/VaryingWidthList"/>
    <dgm:cxn modelId="{E6F36195-120B-48BC-A342-387BB22EA307}" type="presParOf" srcId="{EF9EA262-3DDE-45D7-9FDF-D4934877FF62}" destId="{D7712431-D1A8-40DA-B67E-DF2B1E2EAE4E}" srcOrd="2" destOrd="0" presId="urn:diagrams.loki3.com/VaryingWidthList"/>
    <dgm:cxn modelId="{53A812CA-D283-40F5-B5D0-D4C1DAB25142}" type="presParOf" srcId="{EF9EA262-3DDE-45D7-9FDF-D4934877FF62}" destId="{ED309973-E373-4EB1-8166-405EC2F7427F}" srcOrd="3" destOrd="0" presId="urn:diagrams.loki3.com/VaryingWidthList"/>
    <dgm:cxn modelId="{7A591489-F0FD-4412-A756-2ADD87B30B44}" type="presParOf" srcId="{EF9EA262-3DDE-45D7-9FDF-D4934877FF62}" destId="{330564FC-B156-456C-98F6-A2EDAC41BBAD}" srcOrd="4" destOrd="0" presId="urn:diagrams.loki3.com/VaryingWidthList"/>
    <dgm:cxn modelId="{FAF02481-72FE-4E42-A1D3-DB2690196D4D}" type="presParOf" srcId="{EF9EA262-3DDE-45D7-9FDF-D4934877FF62}" destId="{D2F13243-E548-462C-9346-6C2312745A47}" srcOrd="5" destOrd="0" presId="urn:diagrams.loki3.com/VaryingWidthList"/>
    <dgm:cxn modelId="{782032B0-1AFF-46A6-B81A-47FAE8E45195}" type="presParOf" srcId="{EF9EA262-3DDE-45D7-9FDF-D4934877FF62}" destId="{83B3EFDD-0727-4EB7-A4C3-00633FBB6311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18D12D-E54B-4807-9B67-E9CD890A5435}" type="doc">
      <dgm:prSet loTypeId="urn:microsoft.com/office/officeart/2005/8/layout/vProcess5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7712EC0-9DB3-454A-967A-9DC36273422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dirty="0">
              <a:solidFill>
                <a:srgbClr val="FFFF00"/>
              </a:solidFill>
              <a:latin typeface="Sitka Text Semibold" pitchFamily="2" charset="0"/>
            </a:rPr>
            <a:t>Increased Efficiency and Range</a:t>
          </a:r>
        </a:p>
      </dgm:t>
    </dgm:pt>
    <dgm:pt modelId="{14FD16F0-482B-413B-B40A-171CC88021C6}" type="parTrans" cxnId="{9C775F7B-A447-4734-B2D3-4D8AD207AE3D}">
      <dgm:prSet/>
      <dgm:spPr/>
      <dgm:t>
        <a:bodyPr/>
        <a:lstStyle/>
        <a:p>
          <a:endParaRPr lang="en-IN"/>
        </a:p>
      </dgm:t>
    </dgm:pt>
    <dgm:pt modelId="{A5B91A46-F748-4E4E-9AF8-A7B71CDD77AD}" type="sibTrans" cxnId="{9C775F7B-A447-4734-B2D3-4D8AD207AE3D}">
      <dgm:prSet/>
      <dgm:spPr/>
      <dgm:t>
        <a:bodyPr/>
        <a:lstStyle/>
        <a:p>
          <a:endParaRPr lang="en-IN"/>
        </a:p>
      </dgm:t>
    </dgm:pt>
    <dgm:pt modelId="{811A9B03-7209-4311-A649-26FD4DFE7373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dirty="0">
              <a:solidFill>
                <a:schemeClr val="accent5">
                  <a:lumMod val="75000"/>
                </a:schemeClr>
              </a:solidFill>
              <a:latin typeface="Sitka Text Semibold" pitchFamily="2" charset="0"/>
            </a:rPr>
            <a:t>Smarter Wireless Charging Stations</a:t>
          </a:r>
        </a:p>
      </dgm:t>
    </dgm:pt>
    <dgm:pt modelId="{6D507131-6357-4B1E-B4FF-37E02122B235}" type="parTrans" cxnId="{DDC02644-0EC7-43ED-895F-EC291FD3229D}">
      <dgm:prSet/>
      <dgm:spPr/>
      <dgm:t>
        <a:bodyPr/>
        <a:lstStyle/>
        <a:p>
          <a:endParaRPr lang="en-IN"/>
        </a:p>
      </dgm:t>
    </dgm:pt>
    <dgm:pt modelId="{3D686630-E3A0-490F-8CB1-AA2D0C40CF4E}" type="sibTrans" cxnId="{DDC02644-0EC7-43ED-895F-EC291FD3229D}">
      <dgm:prSet/>
      <dgm:spPr/>
      <dgm:t>
        <a:bodyPr/>
        <a:lstStyle/>
        <a:p>
          <a:endParaRPr lang="en-IN"/>
        </a:p>
      </dgm:t>
    </dgm:pt>
    <dgm:pt modelId="{C3788472-5015-4B43-BC3A-EB3EC4AEA177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dgm:style>
      </dgm:prSet>
      <dgm:spPr>
        <a:noFill/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dirty="0">
              <a:solidFill>
                <a:srgbClr val="00FF00"/>
              </a:solidFill>
              <a:latin typeface="Sitka Text Semibold" pitchFamily="2" charset="0"/>
            </a:rPr>
            <a:t>Dynamic Charging Roads</a:t>
          </a:r>
        </a:p>
      </dgm:t>
    </dgm:pt>
    <dgm:pt modelId="{100CB366-53AD-4FC3-816D-46F1654E8320}" type="parTrans" cxnId="{0E571534-57FB-4529-9AC4-CE1622A01A76}">
      <dgm:prSet/>
      <dgm:spPr/>
      <dgm:t>
        <a:bodyPr/>
        <a:lstStyle/>
        <a:p>
          <a:endParaRPr lang="en-IN"/>
        </a:p>
      </dgm:t>
    </dgm:pt>
    <dgm:pt modelId="{79DA604A-A412-4270-A377-02A967C936E4}" type="sibTrans" cxnId="{0E571534-57FB-4529-9AC4-CE1622A01A76}">
      <dgm:prSet/>
      <dgm:spPr/>
      <dgm:t>
        <a:bodyPr/>
        <a:lstStyle/>
        <a:p>
          <a:endParaRPr lang="en-IN"/>
        </a:p>
      </dgm:t>
    </dgm:pt>
    <dgm:pt modelId="{61368D99-EE2D-4C3C-BEE2-AC4DEE23D677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Text Semibold" pitchFamily="2" charset="0"/>
            </a:rPr>
            <a:t>Renewable Energy Integration</a:t>
          </a:r>
        </a:p>
      </dgm:t>
    </dgm:pt>
    <dgm:pt modelId="{94FAE6EB-BA55-4D64-AB4E-5B9638BB7A76}" type="parTrans" cxnId="{51937ED1-CCEB-485B-A627-0CCC939BA73F}">
      <dgm:prSet/>
      <dgm:spPr/>
      <dgm:t>
        <a:bodyPr/>
        <a:lstStyle/>
        <a:p>
          <a:endParaRPr lang="en-IN"/>
        </a:p>
      </dgm:t>
    </dgm:pt>
    <dgm:pt modelId="{F4EAABA9-2F4F-4D74-A118-C813E0FC828C}" type="sibTrans" cxnId="{51937ED1-CCEB-485B-A627-0CCC939BA73F}">
      <dgm:prSet/>
      <dgm:spPr/>
      <dgm:t>
        <a:bodyPr/>
        <a:lstStyle/>
        <a:p>
          <a:endParaRPr lang="en-IN"/>
        </a:p>
      </dgm:t>
    </dgm:pt>
    <dgm:pt modelId="{A5B51D77-E5A6-48A1-A936-A386E5B96B8D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dgm:style>
      </dgm:prSet>
      <dgm:spPr>
        <a:noFill/>
        <a:ln w="9525" cap="flat" cmpd="sng" algn="ctr">
          <a:solidFill>
            <a:schemeClr val="accent5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dirty="0">
              <a:solidFill>
                <a:srgbClr val="FFFF00"/>
              </a:solidFill>
              <a:latin typeface="Sitka Text Semibold" pitchFamily="2" charset="0"/>
            </a:rPr>
            <a:t>Safety and Standardization</a:t>
          </a:r>
        </a:p>
      </dgm:t>
    </dgm:pt>
    <dgm:pt modelId="{2F7EE805-3931-4664-80AC-D3ACB56F829F}" type="parTrans" cxnId="{8D8EBF83-199D-4651-8C2C-A8D00B787EE2}">
      <dgm:prSet/>
      <dgm:spPr/>
      <dgm:t>
        <a:bodyPr/>
        <a:lstStyle/>
        <a:p>
          <a:endParaRPr lang="en-IN"/>
        </a:p>
      </dgm:t>
    </dgm:pt>
    <dgm:pt modelId="{1002E311-7C77-4556-9B49-D21C6D9CC23F}" type="sibTrans" cxnId="{8D8EBF83-199D-4651-8C2C-A8D00B787EE2}">
      <dgm:prSet/>
      <dgm:spPr/>
      <dgm:t>
        <a:bodyPr/>
        <a:lstStyle/>
        <a:p>
          <a:endParaRPr lang="en-IN"/>
        </a:p>
      </dgm:t>
    </dgm:pt>
    <dgm:pt modelId="{F5FB9DF6-DB19-4E25-B973-FBA9572EDEBA}">
      <dgm:prSet phldrT="[Text]"/>
      <dgm:spPr/>
      <dgm:t>
        <a:bodyPr/>
        <a:lstStyle/>
        <a:p>
          <a:endParaRPr lang="en-IN" dirty="0"/>
        </a:p>
      </dgm:t>
    </dgm:pt>
    <dgm:pt modelId="{CB9E879C-23C8-44C1-B51C-3F12EB6EC9BD}" type="parTrans" cxnId="{797CD10A-92D1-47A4-8D97-B4A0FC3168AB}">
      <dgm:prSet/>
      <dgm:spPr/>
      <dgm:t>
        <a:bodyPr/>
        <a:lstStyle/>
        <a:p>
          <a:endParaRPr lang="en-IN"/>
        </a:p>
      </dgm:t>
    </dgm:pt>
    <dgm:pt modelId="{7FCA679E-94C5-4D26-932A-A6F202676142}" type="sibTrans" cxnId="{797CD10A-92D1-47A4-8D97-B4A0FC3168AB}">
      <dgm:prSet/>
      <dgm:spPr/>
      <dgm:t>
        <a:bodyPr/>
        <a:lstStyle/>
        <a:p>
          <a:endParaRPr lang="en-IN"/>
        </a:p>
      </dgm:t>
    </dgm:pt>
    <dgm:pt modelId="{DAAF56E7-A28E-48D3-AA90-93B4F62A6C13}" type="pres">
      <dgm:prSet presAssocID="{6418D12D-E54B-4807-9B67-E9CD890A5435}" presName="outerComposite" presStyleCnt="0">
        <dgm:presLayoutVars>
          <dgm:chMax val="5"/>
          <dgm:dir/>
          <dgm:resizeHandles val="exact"/>
        </dgm:presLayoutVars>
      </dgm:prSet>
      <dgm:spPr/>
    </dgm:pt>
    <dgm:pt modelId="{D2A20727-812A-4B09-BFA8-72F222797949}" type="pres">
      <dgm:prSet presAssocID="{6418D12D-E54B-4807-9B67-E9CD890A5435}" presName="dummyMaxCanvas" presStyleCnt="0">
        <dgm:presLayoutVars/>
      </dgm:prSet>
      <dgm:spPr/>
    </dgm:pt>
    <dgm:pt modelId="{A08C0AF7-BB77-41D6-B4C8-8854DA2868EB}" type="pres">
      <dgm:prSet presAssocID="{6418D12D-E54B-4807-9B67-E9CD890A5435}" presName="FiveNodes_1" presStyleLbl="node1" presStyleIdx="0" presStyleCnt="5">
        <dgm:presLayoutVars>
          <dgm:bulletEnabled val="1"/>
        </dgm:presLayoutVars>
      </dgm:prSet>
      <dgm:spPr/>
    </dgm:pt>
    <dgm:pt modelId="{893D6D87-234D-4ACB-AF01-D5368E2CC946}" type="pres">
      <dgm:prSet presAssocID="{6418D12D-E54B-4807-9B67-E9CD890A5435}" presName="FiveNodes_2" presStyleLbl="node1" presStyleIdx="1" presStyleCnt="5">
        <dgm:presLayoutVars>
          <dgm:bulletEnabled val="1"/>
        </dgm:presLayoutVars>
      </dgm:prSet>
      <dgm:spPr/>
    </dgm:pt>
    <dgm:pt modelId="{5B45795D-CC90-4134-AC2B-DF13996B221B}" type="pres">
      <dgm:prSet presAssocID="{6418D12D-E54B-4807-9B67-E9CD890A5435}" presName="FiveNodes_3" presStyleLbl="node1" presStyleIdx="2" presStyleCnt="5">
        <dgm:presLayoutVars>
          <dgm:bulletEnabled val="1"/>
        </dgm:presLayoutVars>
      </dgm:prSet>
      <dgm:spPr/>
    </dgm:pt>
    <dgm:pt modelId="{6FF40767-278B-4C4C-A8D1-3640A40C9248}" type="pres">
      <dgm:prSet presAssocID="{6418D12D-E54B-4807-9B67-E9CD890A5435}" presName="FiveNodes_4" presStyleLbl="node1" presStyleIdx="3" presStyleCnt="5">
        <dgm:presLayoutVars>
          <dgm:bulletEnabled val="1"/>
        </dgm:presLayoutVars>
      </dgm:prSet>
      <dgm:spPr/>
    </dgm:pt>
    <dgm:pt modelId="{34920CA3-4F16-41DE-B59D-4021EA3C0BD7}" type="pres">
      <dgm:prSet presAssocID="{6418D12D-E54B-4807-9B67-E9CD890A5435}" presName="FiveNodes_5" presStyleLbl="node1" presStyleIdx="4" presStyleCnt="5">
        <dgm:presLayoutVars>
          <dgm:bulletEnabled val="1"/>
        </dgm:presLayoutVars>
      </dgm:prSet>
      <dgm:spPr/>
    </dgm:pt>
    <dgm:pt modelId="{5E67FEE3-3F76-4D6B-96DA-548906E4785C}" type="pres">
      <dgm:prSet presAssocID="{6418D12D-E54B-4807-9B67-E9CD890A5435}" presName="FiveConn_1-2" presStyleLbl="fgAccFollowNode1" presStyleIdx="0" presStyleCnt="4">
        <dgm:presLayoutVars>
          <dgm:bulletEnabled val="1"/>
        </dgm:presLayoutVars>
      </dgm:prSet>
      <dgm:spPr/>
    </dgm:pt>
    <dgm:pt modelId="{865493F0-76BE-4A76-9C00-5B688E8B3F42}" type="pres">
      <dgm:prSet presAssocID="{6418D12D-E54B-4807-9B67-E9CD890A5435}" presName="FiveConn_2-3" presStyleLbl="fgAccFollowNode1" presStyleIdx="1" presStyleCnt="4">
        <dgm:presLayoutVars>
          <dgm:bulletEnabled val="1"/>
        </dgm:presLayoutVars>
      </dgm:prSet>
      <dgm:spPr/>
    </dgm:pt>
    <dgm:pt modelId="{180CE8BF-8523-4A5B-93EC-83E2C21C1BC4}" type="pres">
      <dgm:prSet presAssocID="{6418D12D-E54B-4807-9B67-E9CD890A5435}" presName="FiveConn_3-4" presStyleLbl="fgAccFollowNode1" presStyleIdx="2" presStyleCnt="4">
        <dgm:presLayoutVars>
          <dgm:bulletEnabled val="1"/>
        </dgm:presLayoutVars>
      </dgm:prSet>
      <dgm:spPr/>
    </dgm:pt>
    <dgm:pt modelId="{767917B6-A5B2-44B1-BCAA-0388BB2304DE}" type="pres">
      <dgm:prSet presAssocID="{6418D12D-E54B-4807-9B67-E9CD890A5435}" presName="FiveConn_4-5" presStyleLbl="fgAccFollowNode1" presStyleIdx="3" presStyleCnt="4">
        <dgm:presLayoutVars>
          <dgm:bulletEnabled val="1"/>
        </dgm:presLayoutVars>
      </dgm:prSet>
      <dgm:spPr/>
    </dgm:pt>
    <dgm:pt modelId="{9D4E0275-6D7C-4A89-B450-CA5796316CE3}" type="pres">
      <dgm:prSet presAssocID="{6418D12D-E54B-4807-9B67-E9CD890A5435}" presName="FiveNodes_1_text" presStyleLbl="node1" presStyleIdx="4" presStyleCnt="5">
        <dgm:presLayoutVars>
          <dgm:bulletEnabled val="1"/>
        </dgm:presLayoutVars>
      </dgm:prSet>
      <dgm:spPr/>
    </dgm:pt>
    <dgm:pt modelId="{BC831A4C-15E4-453E-904C-A0B2A205B06E}" type="pres">
      <dgm:prSet presAssocID="{6418D12D-E54B-4807-9B67-E9CD890A5435}" presName="FiveNodes_2_text" presStyleLbl="node1" presStyleIdx="4" presStyleCnt="5">
        <dgm:presLayoutVars>
          <dgm:bulletEnabled val="1"/>
        </dgm:presLayoutVars>
      </dgm:prSet>
      <dgm:spPr/>
    </dgm:pt>
    <dgm:pt modelId="{3A33CCF9-5955-4318-A846-595947C4846F}" type="pres">
      <dgm:prSet presAssocID="{6418D12D-E54B-4807-9B67-E9CD890A5435}" presName="FiveNodes_3_text" presStyleLbl="node1" presStyleIdx="4" presStyleCnt="5">
        <dgm:presLayoutVars>
          <dgm:bulletEnabled val="1"/>
        </dgm:presLayoutVars>
      </dgm:prSet>
      <dgm:spPr/>
    </dgm:pt>
    <dgm:pt modelId="{0490C733-ADDE-44D7-B8AE-2A4E9956FEC8}" type="pres">
      <dgm:prSet presAssocID="{6418D12D-E54B-4807-9B67-E9CD890A5435}" presName="FiveNodes_4_text" presStyleLbl="node1" presStyleIdx="4" presStyleCnt="5">
        <dgm:presLayoutVars>
          <dgm:bulletEnabled val="1"/>
        </dgm:presLayoutVars>
      </dgm:prSet>
      <dgm:spPr/>
    </dgm:pt>
    <dgm:pt modelId="{D4684B3B-1B06-47DA-9A67-F1530601C418}" type="pres">
      <dgm:prSet presAssocID="{6418D12D-E54B-4807-9B67-E9CD890A543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F383D07-32AE-4796-B218-8316930C03C5}" type="presOf" srcId="{811A9B03-7209-4311-A649-26FD4DFE7373}" destId="{893D6D87-234D-4ACB-AF01-D5368E2CC946}" srcOrd="0" destOrd="0" presId="urn:microsoft.com/office/officeart/2005/8/layout/vProcess5"/>
    <dgm:cxn modelId="{797CD10A-92D1-47A4-8D97-B4A0FC3168AB}" srcId="{6418D12D-E54B-4807-9B67-E9CD890A5435}" destId="{F5FB9DF6-DB19-4E25-B973-FBA9572EDEBA}" srcOrd="5" destOrd="0" parTransId="{CB9E879C-23C8-44C1-B51C-3F12EB6EC9BD}" sibTransId="{7FCA679E-94C5-4D26-932A-A6F202676142}"/>
    <dgm:cxn modelId="{8691A70F-120C-45E0-AE2D-1AD4E1EEDD8D}" type="presOf" srcId="{61368D99-EE2D-4C3C-BEE2-AC4DEE23D677}" destId="{6FF40767-278B-4C4C-A8D1-3640A40C9248}" srcOrd="0" destOrd="0" presId="urn:microsoft.com/office/officeart/2005/8/layout/vProcess5"/>
    <dgm:cxn modelId="{0E571534-57FB-4529-9AC4-CE1622A01A76}" srcId="{6418D12D-E54B-4807-9B67-E9CD890A5435}" destId="{C3788472-5015-4B43-BC3A-EB3EC4AEA177}" srcOrd="2" destOrd="0" parTransId="{100CB366-53AD-4FC3-816D-46F1654E8320}" sibTransId="{79DA604A-A412-4270-A377-02A967C936E4}"/>
    <dgm:cxn modelId="{DDC02644-0EC7-43ED-895F-EC291FD3229D}" srcId="{6418D12D-E54B-4807-9B67-E9CD890A5435}" destId="{811A9B03-7209-4311-A649-26FD4DFE7373}" srcOrd="1" destOrd="0" parTransId="{6D507131-6357-4B1E-B4FF-37E02122B235}" sibTransId="{3D686630-E3A0-490F-8CB1-AA2D0C40CF4E}"/>
    <dgm:cxn modelId="{93864147-9674-4E0B-A0D3-395E6B055E49}" type="presOf" srcId="{811A9B03-7209-4311-A649-26FD4DFE7373}" destId="{BC831A4C-15E4-453E-904C-A0B2A205B06E}" srcOrd="1" destOrd="0" presId="urn:microsoft.com/office/officeart/2005/8/layout/vProcess5"/>
    <dgm:cxn modelId="{5C0B374B-2403-4C5A-B0E3-FEE0E6E59DDC}" type="presOf" srcId="{F4EAABA9-2F4F-4D74-A118-C813E0FC828C}" destId="{767917B6-A5B2-44B1-BCAA-0388BB2304DE}" srcOrd="0" destOrd="0" presId="urn:microsoft.com/office/officeart/2005/8/layout/vProcess5"/>
    <dgm:cxn modelId="{B768B06D-26BF-45E5-9F14-7917E2428A35}" type="presOf" srcId="{61368D99-EE2D-4C3C-BEE2-AC4DEE23D677}" destId="{0490C733-ADDE-44D7-B8AE-2A4E9956FEC8}" srcOrd="1" destOrd="0" presId="urn:microsoft.com/office/officeart/2005/8/layout/vProcess5"/>
    <dgm:cxn modelId="{C1518E71-6B45-43D2-946E-00EB07E7CAEE}" type="presOf" srcId="{A5B51D77-E5A6-48A1-A936-A386E5B96B8D}" destId="{D4684B3B-1B06-47DA-9A67-F1530601C418}" srcOrd="1" destOrd="0" presId="urn:microsoft.com/office/officeart/2005/8/layout/vProcess5"/>
    <dgm:cxn modelId="{3B445078-C570-402F-AE97-CAF772947F66}" type="presOf" srcId="{F7712EC0-9DB3-454A-967A-9DC362734222}" destId="{9D4E0275-6D7C-4A89-B450-CA5796316CE3}" srcOrd="1" destOrd="0" presId="urn:microsoft.com/office/officeart/2005/8/layout/vProcess5"/>
    <dgm:cxn modelId="{6EF2F459-572D-41A8-A0A7-67E260F0D078}" type="presOf" srcId="{F7712EC0-9DB3-454A-967A-9DC362734222}" destId="{A08C0AF7-BB77-41D6-B4C8-8854DA2868EB}" srcOrd="0" destOrd="0" presId="urn:microsoft.com/office/officeart/2005/8/layout/vProcess5"/>
    <dgm:cxn modelId="{9C775F7B-A447-4734-B2D3-4D8AD207AE3D}" srcId="{6418D12D-E54B-4807-9B67-E9CD890A5435}" destId="{F7712EC0-9DB3-454A-967A-9DC362734222}" srcOrd="0" destOrd="0" parTransId="{14FD16F0-482B-413B-B40A-171CC88021C6}" sibTransId="{A5B91A46-F748-4E4E-9AF8-A7B71CDD77AD}"/>
    <dgm:cxn modelId="{8D8EBF83-199D-4651-8C2C-A8D00B787EE2}" srcId="{6418D12D-E54B-4807-9B67-E9CD890A5435}" destId="{A5B51D77-E5A6-48A1-A936-A386E5B96B8D}" srcOrd="4" destOrd="0" parTransId="{2F7EE805-3931-4664-80AC-D3ACB56F829F}" sibTransId="{1002E311-7C77-4556-9B49-D21C6D9CC23F}"/>
    <dgm:cxn modelId="{4F25B289-B879-46B3-AC33-3F6449796ED2}" type="presOf" srcId="{79DA604A-A412-4270-A377-02A967C936E4}" destId="{180CE8BF-8523-4A5B-93EC-83E2C21C1BC4}" srcOrd="0" destOrd="0" presId="urn:microsoft.com/office/officeart/2005/8/layout/vProcess5"/>
    <dgm:cxn modelId="{AC3DC0B4-22F7-4DAD-A0A6-64964646221F}" type="presOf" srcId="{A5B51D77-E5A6-48A1-A936-A386E5B96B8D}" destId="{34920CA3-4F16-41DE-B59D-4021EA3C0BD7}" srcOrd="0" destOrd="0" presId="urn:microsoft.com/office/officeart/2005/8/layout/vProcess5"/>
    <dgm:cxn modelId="{51937ED1-CCEB-485B-A627-0CCC939BA73F}" srcId="{6418D12D-E54B-4807-9B67-E9CD890A5435}" destId="{61368D99-EE2D-4C3C-BEE2-AC4DEE23D677}" srcOrd="3" destOrd="0" parTransId="{94FAE6EB-BA55-4D64-AB4E-5B9638BB7A76}" sibTransId="{F4EAABA9-2F4F-4D74-A118-C813E0FC828C}"/>
    <dgm:cxn modelId="{EB85EFD1-78A4-420D-BBFB-E3FAB59A568B}" type="presOf" srcId="{C3788472-5015-4B43-BC3A-EB3EC4AEA177}" destId="{5B45795D-CC90-4134-AC2B-DF13996B221B}" srcOrd="0" destOrd="0" presId="urn:microsoft.com/office/officeart/2005/8/layout/vProcess5"/>
    <dgm:cxn modelId="{654877D6-84E1-4AFE-AEF2-E31ED829DD45}" type="presOf" srcId="{C3788472-5015-4B43-BC3A-EB3EC4AEA177}" destId="{3A33CCF9-5955-4318-A846-595947C4846F}" srcOrd="1" destOrd="0" presId="urn:microsoft.com/office/officeart/2005/8/layout/vProcess5"/>
    <dgm:cxn modelId="{FC2BD3E3-6862-4228-A09B-EED184AEDAB6}" type="presOf" srcId="{A5B91A46-F748-4E4E-9AF8-A7B71CDD77AD}" destId="{5E67FEE3-3F76-4D6B-96DA-548906E4785C}" srcOrd="0" destOrd="0" presId="urn:microsoft.com/office/officeart/2005/8/layout/vProcess5"/>
    <dgm:cxn modelId="{8B3D57E4-C76D-480C-97F3-4C8542AAC89C}" type="presOf" srcId="{6418D12D-E54B-4807-9B67-E9CD890A5435}" destId="{DAAF56E7-A28E-48D3-AA90-93B4F62A6C13}" srcOrd="0" destOrd="0" presId="urn:microsoft.com/office/officeart/2005/8/layout/vProcess5"/>
    <dgm:cxn modelId="{BD9AB2F0-AC89-4431-A033-50D30463A53F}" type="presOf" srcId="{3D686630-E3A0-490F-8CB1-AA2D0C40CF4E}" destId="{865493F0-76BE-4A76-9C00-5B688E8B3F42}" srcOrd="0" destOrd="0" presId="urn:microsoft.com/office/officeart/2005/8/layout/vProcess5"/>
    <dgm:cxn modelId="{AE319178-5421-4C1C-B8B7-FCE7005D3094}" type="presParOf" srcId="{DAAF56E7-A28E-48D3-AA90-93B4F62A6C13}" destId="{D2A20727-812A-4B09-BFA8-72F222797949}" srcOrd="0" destOrd="0" presId="urn:microsoft.com/office/officeart/2005/8/layout/vProcess5"/>
    <dgm:cxn modelId="{94F6341D-ED94-476E-B1A7-D3BDEF88D8DD}" type="presParOf" srcId="{DAAF56E7-A28E-48D3-AA90-93B4F62A6C13}" destId="{A08C0AF7-BB77-41D6-B4C8-8854DA2868EB}" srcOrd="1" destOrd="0" presId="urn:microsoft.com/office/officeart/2005/8/layout/vProcess5"/>
    <dgm:cxn modelId="{14270EE6-72AC-493F-8AAA-73003B02560D}" type="presParOf" srcId="{DAAF56E7-A28E-48D3-AA90-93B4F62A6C13}" destId="{893D6D87-234D-4ACB-AF01-D5368E2CC946}" srcOrd="2" destOrd="0" presId="urn:microsoft.com/office/officeart/2005/8/layout/vProcess5"/>
    <dgm:cxn modelId="{E27D338D-AA30-4193-8885-4546EBC0D2A7}" type="presParOf" srcId="{DAAF56E7-A28E-48D3-AA90-93B4F62A6C13}" destId="{5B45795D-CC90-4134-AC2B-DF13996B221B}" srcOrd="3" destOrd="0" presId="urn:microsoft.com/office/officeart/2005/8/layout/vProcess5"/>
    <dgm:cxn modelId="{E64C1AE3-27BF-4E3B-9508-4E1D0CCEC1FB}" type="presParOf" srcId="{DAAF56E7-A28E-48D3-AA90-93B4F62A6C13}" destId="{6FF40767-278B-4C4C-A8D1-3640A40C9248}" srcOrd="4" destOrd="0" presId="urn:microsoft.com/office/officeart/2005/8/layout/vProcess5"/>
    <dgm:cxn modelId="{6AFD3EEE-005E-48D6-AC2A-9ED2B5849DD5}" type="presParOf" srcId="{DAAF56E7-A28E-48D3-AA90-93B4F62A6C13}" destId="{34920CA3-4F16-41DE-B59D-4021EA3C0BD7}" srcOrd="5" destOrd="0" presId="urn:microsoft.com/office/officeart/2005/8/layout/vProcess5"/>
    <dgm:cxn modelId="{03098631-4B9E-4012-B700-C733560A03AC}" type="presParOf" srcId="{DAAF56E7-A28E-48D3-AA90-93B4F62A6C13}" destId="{5E67FEE3-3F76-4D6B-96DA-548906E4785C}" srcOrd="6" destOrd="0" presId="urn:microsoft.com/office/officeart/2005/8/layout/vProcess5"/>
    <dgm:cxn modelId="{EF954930-BDB9-43EB-BB45-9B69F75FE229}" type="presParOf" srcId="{DAAF56E7-A28E-48D3-AA90-93B4F62A6C13}" destId="{865493F0-76BE-4A76-9C00-5B688E8B3F42}" srcOrd="7" destOrd="0" presId="urn:microsoft.com/office/officeart/2005/8/layout/vProcess5"/>
    <dgm:cxn modelId="{AE2C1CEE-D74D-4A8D-8985-BB53C4D05CA3}" type="presParOf" srcId="{DAAF56E7-A28E-48D3-AA90-93B4F62A6C13}" destId="{180CE8BF-8523-4A5B-93EC-83E2C21C1BC4}" srcOrd="8" destOrd="0" presId="urn:microsoft.com/office/officeart/2005/8/layout/vProcess5"/>
    <dgm:cxn modelId="{4EB0D643-2A4C-4CCE-9251-50FD78913EE6}" type="presParOf" srcId="{DAAF56E7-A28E-48D3-AA90-93B4F62A6C13}" destId="{767917B6-A5B2-44B1-BCAA-0388BB2304DE}" srcOrd="9" destOrd="0" presId="urn:microsoft.com/office/officeart/2005/8/layout/vProcess5"/>
    <dgm:cxn modelId="{48540DFD-7374-46CA-8074-C49082D486DC}" type="presParOf" srcId="{DAAF56E7-A28E-48D3-AA90-93B4F62A6C13}" destId="{9D4E0275-6D7C-4A89-B450-CA5796316CE3}" srcOrd="10" destOrd="0" presId="urn:microsoft.com/office/officeart/2005/8/layout/vProcess5"/>
    <dgm:cxn modelId="{89414A90-88D1-4BDC-89BC-F852EEA2FBFC}" type="presParOf" srcId="{DAAF56E7-A28E-48D3-AA90-93B4F62A6C13}" destId="{BC831A4C-15E4-453E-904C-A0B2A205B06E}" srcOrd="11" destOrd="0" presId="urn:microsoft.com/office/officeart/2005/8/layout/vProcess5"/>
    <dgm:cxn modelId="{92616BD2-CB15-4524-B159-7ACD48FB52EB}" type="presParOf" srcId="{DAAF56E7-A28E-48D3-AA90-93B4F62A6C13}" destId="{3A33CCF9-5955-4318-A846-595947C4846F}" srcOrd="12" destOrd="0" presId="urn:microsoft.com/office/officeart/2005/8/layout/vProcess5"/>
    <dgm:cxn modelId="{DE653FCE-1B1D-46B8-BB5C-71613E9CC2D8}" type="presParOf" srcId="{DAAF56E7-A28E-48D3-AA90-93B4F62A6C13}" destId="{0490C733-ADDE-44D7-B8AE-2A4E9956FEC8}" srcOrd="13" destOrd="0" presId="urn:microsoft.com/office/officeart/2005/8/layout/vProcess5"/>
    <dgm:cxn modelId="{B59935EC-FC13-4199-9347-F568623311DB}" type="presParOf" srcId="{DAAF56E7-A28E-48D3-AA90-93B4F62A6C13}" destId="{D4684B3B-1B06-47DA-9A67-F1530601C41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408978-4CD2-43F4-A058-546F6B53415D}" type="doc">
      <dgm:prSet loTypeId="urn:microsoft.com/office/officeart/2005/8/layout/vProcess5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B090581-87F2-4353-B038-57A604C4B9E8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  <a:latin typeface="Sitka Text Semibold" pitchFamily="2" charset="0"/>
            </a:rPr>
            <a:t>Autonomous and Public Transport Integration</a:t>
          </a:r>
        </a:p>
      </dgm:t>
    </dgm:pt>
    <dgm:pt modelId="{F5CB63DC-93BC-4886-8DD6-0673982BED55}" type="parTrans" cxnId="{BE803AC2-1BD5-4D41-BF8A-673A2DFB8F6D}">
      <dgm:prSet/>
      <dgm:spPr/>
      <dgm:t>
        <a:bodyPr/>
        <a:lstStyle/>
        <a:p>
          <a:endParaRPr lang="en-IN"/>
        </a:p>
      </dgm:t>
    </dgm:pt>
    <dgm:pt modelId="{71421271-0C84-47EC-BB85-4A951DAD5028}" type="sibTrans" cxnId="{BE803AC2-1BD5-4D41-BF8A-673A2DFB8F6D}">
      <dgm:prSet/>
      <dgm:spPr/>
      <dgm:t>
        <a:bodyPr/>
        <a:lstStyle/>
        <a:p>
          <a:endParaRPr lang="en-IN"/>
        </a:p>
      </dgm:t>
    </dgm:pt>
    <dgm:pt modelId="{50B52F45-1043-48A4-AEDC-0A24384F91C1}" type="pres">
      <dgm:prSet presAssocID="{57408978-4CD2-43F4-A058-546F6B53415D}" presName="outerComposite" presStyleCnt="0">
        <dgm:presLayoutVars>
          <dgm:chMax val="5"/>
          <dgm:dir/>
          <dgm:resizeHandles val="exact"/>
        </dgm:presLayoutVars>
      </dgm:prSet>
      <dgm:spPr/>
    </dgm:pt>
    <dgm:pt modelId="{A65A4C7F-DDE4-448E-8EB0-E536558D494D}" type="pres">
      <dgm:prSet presAssocID="{57408978-4CD2-43F4-A058-546F6B53415D}" presName="dummyMaxCanvas" presStyleCnt="0">
        <dgm:presLayoutVars/>
      </dgm:prSet>
      <dgm:spPr/>
    </dgm:pt>
    <dgm:pt modelId="{85BFFAC9-2EE3-451A-B972-312EB9BD9452}" type="pres">
      <dgm:prSet presAssocID="{57408978-4CD2-43F4-A058-546F6B53415D}" presName="OneNode_1" presStyleLbl="node1" presStyleIdx="0" presStyleCnt="1" custScaleY="33759" custLinFactNeighborX="-5834" custLinFactNeighborY="70536">
        <dgm:presLayoutVars>
          <dgm:bulletEnabled val="1"/>
        </dgm:presLayoutVars>
      </dgm:prSet>
      <dgm:spPr/>
    </dgm:pt>
  </dgm:ptLst>
  <dgm:cxnLst>
    <dgm:cxn modelId="{A67FE062-9910-4491-B813-324203A1390C}" type="presOf" srcId="{57408978-4CD2-43F4-A058-546F6B53415D}" destId="{50B52F45-1043-48A4-AEDC-0A24384F91C1}" srcOrd="0" destOrd="0" presId="urn:microsoft.com/office/officeart/2005/8/layout/vProcess5"/>
    <dgm:cxn modelId="{07E0224F-9492-48D5-8169-148F30F398EB}" type="presOf" srcId="{5B090581-87F2-4353-B038-57A604C4B9E8}" destId="{85BFFAC9-2EE3-451A-B972-312EB9BD9452}" srcOrd="0" destOrd="0" presId="urn:microsoft.com/office/officeart/2005/8/layout/vProcess5"/>
    <dgm:cxn modelId="{BE803AC2-1BD5-4D41-BF8A-673A2DFB8F6D}" srcId="{57408978-4CD2-43F4-A058-546F6B53415D}" destId="{5B090581-87F2-4353-B038-57A604C4B9E8}" srcOrd="0" destOrd="0" parTransId="{F5CB63DC-93BC-4886-8DD6-0673982BED55}" sibTransId="{71421271-0C84-47EC-BB85-4A951DAD5028}"/>
    <dgm:cxn modelId="{B63768CD-EC93-4193-826E-F4660AC81CD1}" type="presParOf" srcId="{50B52F45-1043-48A4-AEDC-0A24384F91C1}" destId="{A65A4C7F-DDE4-448E-8EB0-E536558D494D}" srcOrd="0" destOrd="0" presId="urn:microsoft.com/office/officeart/2005/8/layout/vProcess5"/>
    <dgm:cxn modelId="{727443BF-2C5E-4F67-B0E0-7E6B6C7CE0A3}" type="presParOf" srcId="{50B52F45-1043-48A4-AEDC-0A24384F91C1}" destId="{85BFFAC9-2EE3-451A-B972-312EB9BD9452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70891-8341-462A-9A51-ED18A3A5F1DE}">
      <dsp:nvSpPr>
        <dsp:cNvPr id="0" name=""/>
        <dsp:cNvSpPr/>
      </dsp:nvSpPr>
      <dsp:spPr>
        <a:xfrm>
          <a:off x="0" y="0"/>
          <a:ext cx="6750621" cy="862213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Inductive Power Transfer Principle</a:t>
          </a:r>
          <a:endParaRPr lang="en-IN" sz="2900" kern="1200" dirty="0">
            <a:solidFill>
              <a:srgbClr val="FF0000"/>
            </a:solidFill>
          </a:endParaRPr>
        </a:p>
      </dsp:txBody>
      <dsp:txXfrm>
        <a:off x="0" y="0"/>
        <a:ext cx="6750621" cy="862213"/>
      </dsp:txXfrm>
    </dsp:sp>
    <dsp:sp modelId="{D7712431-D1A8-40DA-B67E-DF2B1E2EAE4E}">
      <dsp:nvSpPr>
        <dsp:cNvPr id="0" name=""/>
        <dsp:cNvSpPr/>
      </dsp:nvSpPr>
      <dsp:spPr>
        <a:xfrm>
          <a:off x="0" y="907117"/>
          <a:ext cx="6750621" cy="862213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Transmitter and Receiver Coil Design</a:t>
          </a:r>
          <a:endParaRPr lang="en-IN" sz="2900" kern="1200" dirty="0">
            <a:solidFill>
              <a:srgbClr val="FF0000"/>
            </a:solidFill>
          </a:endParaRPr>
        </a:p>
      </dsp:txBody>
      <dsp:txXfrm>
        <a:off x="0" y="907117"/>
        <a:ext cx="6750621" cy="862213"/>
      </dsp:txXfrm>
    </dsp:sp>
    <dsp:sp modelId="{330564FC-B156-456C-98F6-A2EDAC41BBAD}">
      <dsp:nvSpPr>
        <dsp:cNvPr id="0" name=""/>
        <dsp:cNvSpPr/>
      </dsp:nvSpPr>
      <dsp:spPr>
        <a:xfrm>
          <a:off x="0" y="1812441"/>
          <a:ext cx="6750621" cy="862213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Transmitter Circuit Assembly</a:t>
          </a:r>
          <a:endParaRPr lang="en-IN" sz="2900" kern="1200" dirty="0">
            <a:solidFill>
              <a:srgbClr val="FF0000"/>
            </a:solidFill>
          </a:endParaRPr>
        </a:p>
      </dsp:txBody>
      <dsp:txXfrm>
        <a:off x="0" y="1812441"/>
        <a:ext cx="6750621" cy="862213"/>
      </dsp:txXfrm>
    </dsp:sp>
    <dsp:sp modelId="{83B3EFDD-0727-4EB7-A4C3-00633FBB6311}">
      <dsp:nvSpPr>
        <dsp:cNvPr id="0" name=""/>
        <dsp:cNvSpPr/>
      </dsp:nvSpPr>
      <dsp:spPr>
        <a:xfrm>
          <a:off x="5578" y="2717766"/>
          <a:ext cx="6739464" cy="862213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ln w="1270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</a:rPr>
            <a:t>Receiver Circuit Setup</a:t>
          </a:r>
          <a:endParaRPr lang="en-IN" sz="2900" kern="1200" dirty="0">
            <a:solidFill>
              <a:srgbClr val="FF0000"/>
            </a:solidFill>
          </a:endParaRPr>
        </a:p>
      </dsp:txBody>
      <dsp:txXfrm>
        <a:off x="5578" y="2717766"/>
        <a:ext cx="6739464" cy="8622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C0AF7-BB77-41D6-B4C8-8854DA2868EB}">
      <dsp:nvSpPr>
        <dsp:cNvPr id="0" name=""/>
        <dsp:cNvSpPr/>
      </dsp:nvSpPr>
      <dsp:spPr>
        <a:xfrm>
          <a:off x="0" y="0"/>
          <a:ext cx="6011602" cy="61920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rgbClr val="FFFF00"/>
              </a:solidFill>
              <a:latin typeface="Sitka Text Semibold" pitchFamily="2" charset="0"/>
            </a:rPr>
            <a:t>Increased Efficiency and Range</a:t>
          </a:r>
        </a:p>
      </dsp:txBody>
      <dsp:txXfrm>
        <a:off x="18136" y="18136"/>
        <a:ext cx="5270986" cy="582931"/>
      </dsp:txXfrm>
    </dsp:sp>
    <dsp:sp modelId="{893D6D87-234D-4ACB-AF01-D5368E2CC946}">
      <dsp:nvSpPr>
        <dsp:cNvPr id="0" name=""/>
        <dsp:cNvSpPr/>
      </dsp:nvSpPr>
      <dsp:spPr>
        <a:xfrm>
          <a:off x="448918" y="705204"/>
          <a:ext cx="6011602" cy="61920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accent5">
                  <a:lumMod val="75000"/>
                </a:schemeClr>
              </a:solidFill>
              <a:latin typeface="Sitka Text Semibold" pitchFamily="2" charset="0"/>
            </a:rPr>
            <a:t>Smarter Wireless Charging Stations</a:t>
          </a:r>
        </a:p>
      </dsp:txBody>
      <dsp:txXfrm>
        <a:off x="467054" y="723340"/>
        <a:ext cx="5123929" cy="582931"/>
      </dsp:txXfrm>
    </dsp:sp>
    <dsp:sp modelId="{5B45795D-CC90-4134-AC2B-DF13996B221B}">
      <dsp:nvSpPr>
        <dsp:cNvPr id="0" name=""/>
        <dsp:cNvSpPr/>
      </dsp:nvSpPr>
      <dsp:spPr>
        <a:xfrm>
          <a:off x="897836" y="1410408"/>
          <a:ext cx="6011602" cy="61920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3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rgbClr val="00FF00"/>
              </a:solidFill>
              <a:latin typeface="Sitka Text Semibold" pitchFamily="2" charset="0"/>
            </a:rPr>
            <a:t>Dynamic Charging Roads</a:t>
          </a:r>
        </a:p>
      </dsp:txBody>
      <dsp:txXfrm>
        <a:off x="915972" y="1428544"/>
        <a:ext cx="5123929" cy="582931"/>
      </dsp:txXfrm>
    </dsp:sp>
    <dsp:sp modelId="{6FF40767-278B-4C4C-A8D1-3640A40C9248}">
      <dsp:nvSpPr>
        <dsp:cNvPr id="0" name=""/>
        <dsp:cNvSpPr/>
      </dsp:nvSpPr>
      <dsp:spPr>
        <a:xfrm>
          <a:off x="1346755" y="2115612"/>
          <a:ext cx="6011602" cy="61920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Text Semibold" pitchFamily="2" charset="0"/>
            </a:rPr>
            <a:t>Renewable Energy Integration</a:t>
          </a:r>
        </a:p>
      </dsp:txBody>
      <dsp:txXfrm>
        <a:off x="1364891" y="2133748"/>
        <a:ext cx="5123929" cy="582931"/>
      </dsp:txXfrm>
    </dsp:sp>
    <dsp:sp modelId="{34920CA3-4F16-41DE-B59D-4021EA3C0BD7}">
      <dsp:nvSpPr>
        <dsp:cNvPr id="0" name=""/>
        <dsp:cNvSpPr/>
      </dsp:nvSpPr>
      <dsp:spPr>
        <a:xfrm>
          <a:off x="1795673" y="2820817"/>
          <a:ext cx="6011602" cy="61920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5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5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rgbClr val="FFFF00"/>
              </a:solidFill>
              <a:latin typeface="Sitka Text Semibold" pitchFamily="2" charset="0"/>
            </a:rPr>
            <a:t>Safety and Standardization</a:t>
          </a:r>
        </a:p>
      </dsp:txBody>
      <dsp:txXfrm>
        <a:off x="1813809" y="2838953"/>
        <a:ext cx="5123929" cy="582931"/>
      </dsp:txXfrm>
    </dsp:sp>
    <dsp:sp modelId="{5E67FEE3-3F76-4D6B-96DA-548906E4785C}">
      <dsp:nvSpPr>
        <dsp:cNvPr id="0" name=""/>
        <dsp:cNvSpPr/>
      </dsp:nvSpPr>
      <dsp:spPr>
        <a:xfrm>
          <a:off x="5609120" y="452362"/>
          <a:ext cx="402482" cy="4024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699678" y="452362"/>
        <a:ext cx="221366" cy="302868"/>
      </dsp:txXfrm>
    </dsp:sp>
    <dsp:sp modelId="{865493F0-76BE-4A76-9C00-5B688E8B3F42}">
      <dsp:nvSpPr>
        <dsp:cNvPr id="0" name=""/>
        <dsp:cNvSpPr/>
      </dsp:nvSpPr>
      <dsp:spPr>
        <a:xfrm>
          <a:off x="6058038" y="1157567"/>
          <a:ext cx="402482" cy="4024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6148596" y="1157567"/>
        <a:ext cx="221366" cy="302868"/>
      </dsp:txXfrm>
    </dsp:sp>
    <dsp:sp modelId="{180CE8BF-8523-4A5B-93EC-83E2C21C1BC4}">
      <dsp:nvSpPr>
        <dsp:cNvPr id="0" name=""/>
        <dsp:cNvSpPr/>
      </dsp:nvSpPr>
      <dsp:spPr>
        <a:xfrm>
          <a:off x="6506956" y="1852451"/>
          <a:ext cx="402482" cy="4024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6597514" y="1852451"/>
        <a:ext cx="221366" cy="302868"/>
      </dsp:txXfrm>
    </dsp:sp>
    <dsp:sp modelId="{767917B6-A5B2-44B1-BCAA-0388BB2304DE}">
      <dsp:nvSpPr>
        <dsp:cNvPr id="0" name=""/>
        <dsp:cNvSpPr/>
      </dsp:nvSpPr>
      <dsp:spPr>
        <a:xfrm>
          <a:off x="6955875" y="2564535"/>
          <a:ext cx="402482" cy="4024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7046433" y="2564535"/>
        <a:ext cx="221366" cy="3028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FFAC9-2EE3-451A-B972-312EB9BD9452}">
      <dsp:nvSpPr>
        <dsp:cNvPr id="0" name=""/>
        <dsp:cNvSpPr/>
      </dsp:nvSpPr>
      <dsp:spPr>
        <a:xfrm>
          <a:off x="0" y="2723060"/>
          <a:ext cx="6307266" cy="598268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chilly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tx2">
                  <a:lumMod val="75000"/>
                </a:schemeClr>
              </a:solidFill>
              <a:latin typeface="Sitka Text Semibold" pitchFamily="2" charset="0"/>
            </a:rPr>
            <a:t>Autonomous and Public Transport Integration</a:t>
          </a:r>
        </a:p>
      </dsp:txBody>
      <dsp:txXfrm>
        <a:off x="17523" y="2740583"/>
        <a:ext cx="6272220" cy="563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682B9D-B2A1-6604-8B22-F24269C8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>
            <a:extLst>
              <a:ext uri="{FF2B5EF4-FFF2-40B4-BE49-F238E27FC236}">
                <a16:creationId xmlns:a16="http://schemas.microsoft.com/office/drawing/2014/main" id="{27E5A9E0-9F53-CF37-E913-6644E5F7B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>
            <a:extLst>
              <a:ext uri="{FF2B5EF4-FFF2-40B4-BE49-F238E27FC236}">
                <a16:creationId xmlns:a16="http://schemas.microsoft.com/office/drawing/2014/main" id="{0BAA7B88-33E0-9AAD-1DF1-4C8307FFA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5157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0AE8487-CC7A-F841-A62C-B219EB06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D06DD0FD-6530-0FD0-F465-AC645E1AC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05831A5F-D327-2DB7-A413-B730DFE7B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978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7716BFEE-1425-7582-B669-6A58D74E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1397985A-6E10-F40B-F20D-E5163F178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388509EF-17FC-D2D8-C330-0424DC1C8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636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B209D03-BEE6-5C43-A4A7-99294AC8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>
            <a:extLst>
              <a:ext uri="{FF2B5EF4-FFF2-40B4-BE49-F238E27FC236}">
                <a16:creationId xmlns:a16="http://schemas.microsoft.com/office/drawing/2014/main" id="{0D945D32-0F44-AB6E-30F6-0A882FD6A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>
            <a:extLst>
              <a:ext uri="{FF2B5EF4-FFF2-40B4-BE49-F238E27FC236}">
                <a16:creationId xmlns:a16="http://schemas.microsoft.com/office/drawing/2014/main" id="{F97CDCB1-3F55-056B-F0A1-1A5A65328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150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4583991-5844-4A1B-1D18-7B6901C2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>
            <a:extLst>
              <a:ext uri="{FF2B5EF4-FFF2-40B4-BE49-F238E27FC236}">
                <a16:creationId xmlns:a16="http://schemas.microsoft.com/office/drawing/2014/main" id="{F8D75FE1-4F92-EB61-ECE7-592B34C12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>
            <a:extLst>
              <a:ext uri="{FF2B5EF4-FFF2-40B4-BE49-F238E27FC236}">
                <a16:creationId xmlns:a16="http://schemas.microsoft.com/office/drawing/2014/main" id="{902A1123-3B78-A839-C2BA-DFD5E2EEA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193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0D52D5C3-D47E-B2B4-C563-99B48799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41D64F47-B958-A57F-FFFA-65C622D0B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4AA48F7A-28C0-D38D-EE4E-8EF179A92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2217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f9262ee2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f9262ee2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7f9262ee2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7f9262ee2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5F01BE27-0734-CE39-6572-ED290E94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7f9262ee2f_0_70:notes">
            <a:extLst>
              <a:ext uri="{FF2B5EF4-FFF2-40B4-BE49-F238E27FC236}">
                <a16:creationId xmlns:a16="http://schemas.microsoft.com/office/drawing/2014/main" id="{4201E0A5-A077-401D-15A9-44B249767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7f9262ee2f_0_70:notes">
            <a:extLst>
              <a:ext uri="{FF2B5EF4-FFF2-40B4-BE49-F238E27FC236}">
                <a16:creationId xmlns:a16="http://schemas.microsoft.com/office/drawing/2014/main" id="{7D3F374A-EDCA-762F-3AA8-47B8D6046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5600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F43EE62E-F9ED-B580-2D92-4334C2BA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>
            <a:extLst>
              <a:ext uri="{FF2B5EF4-FFF2-40B4-BE49-F238E27FC236}">
                <a16:creationId xmlns:a16="http://schemas.microsoft.com/office/drawing/2014/main" id="{4940E49A-7877-0516-BA12-C0091B4E7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>
            <a:extLst>
              <a:ext uri="{FF2B5EF4-FFF2-40B4-BE49-F238E27FC236}">
                <a16:creationId xmlns:a16="http://schemas.microsoft.com/office/drawing/2014/main" id="{0C467C99-DC9F-9321-72C9-81D349338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402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f9262ee2f_0_24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f9262ee2f_0_24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>
          <a:extLst>
            <a:ext uri="{FF2B5EF4-FFF2-40B4-BE49-F238E27FC236}">
              <a16:creationId xmlns:a16="http://schemas.microsoft.com/office/drawing/2014/main" id="{6ABF6CDF-F296-0FC4-3051-13B92D57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f9262ee2f_0_24522:notes">
            <a:extLst>
              <a:ext uri="{FF2B5EF4-FFF2-40B4-BE49-F238E27FC236}">
                <a16:creationId xmlns:a16="http://schemas.microsoft.com/office/drawing/2014/main" id="{FE8A537C-264D-F7D4-0C39-8E6F0106B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f9262ee2f_0_24522:notes">
            <a:extLst>
              <a:ext uri="{FF2B5EF4-FFF2-40B4-BE49-F238E27FC236}">
                <a16:creationId xmlns:a16="http://schemas.microsoft.com/office/drawing/2014/main" id="{A5B5D680-A726-B918-DF8A-73FF564F7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576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7f9262ee2f_0_26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31.bin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5115A4-268E-14A6-1408-FDA159E2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048" y="1757993"/>
            <a:ext cx="3068638" cy="1713687"/>
          </a:xfrm>
          <a:prstGeom prst="roundRect">
            <a:avLst/>
          </a:prstGeom>
          <a:solidFill>
            <a:schemeClr val="bg2">
              <a:lumMod val="50000"/>
            </a:schemeClr>
          </a:solidFill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Physics mini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project</a:t>
            </a:r>
            <a:endParaRPr lang="en-IN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A619E1-F878-D2F9-4A1B-FEA5AB6BD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545F34-6374-C13A-B2AD-3B42CB3F5B3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323635" y="1840707"/>
            <a:ext cx="2386826" cy="2119545"/>
          </a:xfrm>
          <a:prstGeom prst="lightningBol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339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CB5033BF-25BA-F7CF-BECA-D90197AAB602}"/>
              </a:ext>
            </a:extLst>
          </p:cNvPr>
          <p:cNvSpPr/>
          <p:nvPr/>
        </p:nvSpPr>
        <p:spPr>
          <a:xfrm>
            <a:off x="655569" y="2615575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17C602-3576-6EAD-B15B-6577D7F17F2F}"/>
              </a:ext>
            </a:extLst>
          </p:cNvPr>
          <p:cNvGrpSpPr/>
          <p:nvPr/>
        </p:nvGrpSpPr>
        <p:grpSpPr>
          <a:xfrm>
            <a:off x="257042" y="2615575"/>
            <a:ext cx="1189933" cy="496524"/>
            <a:chOff x="1561171" y="2286000"/>
            <a:chExt cx="1189933" cy="496524"/>
          </a:xfrm>
        </p:grpSpPr>
        <p:sp>
          <p:nvSpPr>
            <p:cNvPr id="7" name="Arrow: Striped Right 6">
              <a:extLst>
                <a:ext uri="{FF2B5EF4-FFF2-40B4-BE49-F238E27FC236}">
                  <a16:creationId xmlns:a16="http://schemas.microsoft.com/office/drawing/2014/main" id="{D361C464-1F45-2BD0-63B3-F076CFCDCBB7}"/>
                </a:ext>
              </a:extLst>
            </p:cNvPr>
            <p:cNvSpPr/>
            <p:nvPr/>
          </p:nvSpPr>
          <p:spPr>
            <a:xfrm>
              <a:off x="1772696" y="2297892"/>
              <a:ext cx="978408" cy="484632"/>
            </a:xfrm>
            <a:prstGeom prst="strip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Arrow: Striped Right 4">
              <a:extLst>
                <a:ext uri="{FF2B5EF4-FFF2-40B4-BE49-F238E27FC236}">
                  <a16:creationId xmlns:a16="http://schemas.microsoft.com/office/drawing/2014/main" id="{81A4BEE9-90AD-BBA0-4C52-F5066D9FEBF4}"/>
                </a:ext>
              </a:extLst>
            </p:cNvPr>
            <p:cNvSpPr/>
            <p:nvPr/>
          </p:nvSpPr>
          <p:spPr>
            <a:xfrm>
              <a:off x="1561171" y="2286000"/>
              <a:ext cx="978408" cy="484632"/>
            </a:xfrm>
            <a:prstGeom prst="strip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3522BC-6384-E60D-C2A8-EA6FEA0F48E0}"/>
              </a:ext>
            </a:extLst>
          </p:cNvPr>
          <p:cNvGrpSpPr/>
          <p:nvPr/>
        </p:nvGrpSpPr>
        <p:grpSpPr>
          <a:xfrm>
            <a:off x="2081947" y="183539"/>
            <a:ext cx="2210039" cy="976895"/>
            <a:chOff x="2526149" y="191107"/>
            <a:chExt cx="2210039" cy="976895"/>
          </a:xfrm>
        </p:grpSpPr>
        <p:sp>
          <p:nvSpPr>
            <p:cNvPr id="10" name="Lightning Bolt 9">
              <a:extLst>
                <a:ext uri="{FF2B5EF4-FFF2-40B4-BE49-F238E27FC236}">
                  <a16:creationId xmlns:a16="http://schemas.microsoft.com/office/drawing/2014/main" id="{FF4DDF67-1C81-CB26-EE40-E44D229C1B3D}"/>
                </a:ext>
              </a:extLst>
            </p:cNvPr>
            <p:cNvSpPr/>
            <p:nvPr/>
          </p:nvSpPr>
          <p:spPr>
            <a:xfrm>
              <a:off x="2526149" y="226076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Lightning Bolt 10">
              <a:extLst>
                <a:ext uri="{FF2B5EF4-FFF2-40B4-BE49-F238E27FC236}">
                  <a16:creationId xmlns:a16="http://schemas.microsoft.com/office/drawing/2014/main" id="{89A1BC77-23BC-A288-49E9-F6F888CD3D1B}"/>
                </a:ext>
              </a:extLst>
            </p:cNvPr>
            <p:cNvSpPr/>
            <p:nvPr/>
          </p:nvSpPr>
          <p:spPr>
            <a:xfrm>
              <a:off x="2830949" y="253602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Lightning Bolt 11">
              <a:extLst>
                <a:ext uri="{FF2B5EF4-FFF2-40B4-BE49-F238E27FC236}">
                  <a16:creationId xmlns:a16="http://schemas.microsoft.com/office/drawing/2014/main" id="{69B0F2B8-B375-A82A-C8E1-58F854F74CF0}"/>
                </a:ext>
              </a:extLst>
            </p:cNvPr>
            <p:cNvSpPr/>
            <p:nvPr/>
          </p:nvSpPr>
          <p:spPr>
            <a:xfrm>
              <a:off x="3059549" y="191107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Lightning Bolt 12">
              <a:extLst>
                <a:ext uri="{FF2B5EF4-FFF2-40B4-BE49-F238E27FC236}">
                  <a16:creationId xmlns:a16="http://schemas.microsoft.com/office/drawing/2014/main" id="{19BDBA30-6FCE-E5E6-6EAE-DE4A81B14791}"/>
                </a:ext>
              </a:extLst>
            </p:cNvPr>
            <p:cNvSpPr/>
            <p:nvPr/>
          </p:nvSpPr>
          <p:spPr>
            <a:xfrm>
              <a:off x="3345418" y="192362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Lightning Bolt 13">
              <a:extLst>
                <a:ext uri="{FF2B5EF4-FFF2-40B4-BE49-F238E27FC236}">
                  <a16:creationId xmlns:a16="http://schemas.microsoft.com/office/drawing/2014/main" id="{8C9F4C98-D5DA-80B7-8633-482013B9BB12}"/>
                </a:ext>
              </a:extLst>
            </p:cNvPr>
            <p:cNvSpPr/>
            <p:nvPr/>
          </p:nvSpPr>
          <p:spPr>
            <a:xfrm>
              <a:off x="3583603" y="197732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Lightning Bolt 14">
              <a:extLst>
                <a:ext uri="{FF2B5EF4-FFF2-40B4-BE49-F238E27FC236}">
                  <a16:creationId xmlns:a16="http://schemas.microsoft.com/office/drawing/2014/main" id="{D8535976-CE4E-2767-3D48-22070B14A212}"/>
                </a:ext>
              </a:extLst>
            </p:cNvPr>
            <p:cNvSpPr/>
            <p:nvPr/>
          </p:nvSpPr>
          <p:spPr>
            <a:xfrm>
              <a:off x="3821788" y="197732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F772E28-3D50-66E5-C052-793729E3728F}"/>
              </a:ext>
            </a:extLst>
          </p:cNvPr>
          <p:cNvSpPr txBox="1"/>
          <p:nvPr/>
        </p:nvSpPr>
        <p:spPr>
          <a:xfrm>
            <a:off x="2543670" y="435751"/>
            <a:ext cx="509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Montserrat" panose="00000500000000000000" pitchFamily="2" charset="0"/>
              </a:rPr>
              <a:t>WIRELESS ENERGY TRANSFER</a:t>
            </a:r>
            <a:endParaRPr lang="en-IN" sz="2400" b="1" dirty="0">
              <a:solidFill>
                <a:schemeClr val="accent2">
                  <a:lumMod val="40000"/>
                  <a:lumOff val="60000"/>
                </a:schemeClr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C140651-EB25-22DE-F159-FA6C92C4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>
            <a:extLst>
              <a:ext uri="{FF2B5EF4-FFF2-40B4-BE49-F238E27FC236}">
                <a16:creationId xmlns:a16="http://schemas.microsoft.com/office/drawing/2014/main" id="{74833B37-FC3F-77B8-1C2D-856E9482BA6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64</a:t>
            </a:r>
            <a:endParaRPr dirty="0"/>
          </a:p>
        </p:txBody>
      </p:sp>
      <p:sp>
        <p:nvSpPr>
          <p:cNvPr id="179" name="Google Shape;179;p40">
            <a:extLst>
              <a:ext uri="{FF2B5EF4-FFF2-40B4-BE49-F238E27FC236}">
                <a16:creationId xmlns:a16="http://schemas.microsoft.com/office/drawing/2014/main" id="{97C4B5FB-2CFF-89EE-CEDF-1BF955C68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JISHANT VYAS</a:t>
            </a:r>
            <a:endParaRPr dirty="0"/>
          </a:p>
        </p:txBody>
      </p:sp>
      <p:sp>
        <p:nvSpPr>
          <p:cNvPr id="180" name="Google Shape;180;p40">
            <a:extLst>
              <a:ext uri="{FF2B5EF4-FFF2-40B4-BE49-F238E27FC236}">
                <a16:creationId xmlns:a16="http://schemas.microsoft.com/office/drawing/2014/main" id="{7CDDA419-4180-205F-7072-AE3FAC53F5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67</a:t>
            </a:r>
            <a:endParaRPr sz="3600" b="1" dirty="0">
              <a:ln w="0"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81" name="Google Shape;181;p40">
            <a:extLst>
              <a:ext uri="{FF2B5EF4-FFF2-40B4-BE49-F238E27FC236}">
                <a16:creationId xmlns:a16="http://schemas.microsoft.com/office/drawing/2014/main" id="{B9807E26-0563-67C3-F4C2-614861EEE58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151918" y="272865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HARSSH WAREKAR</a:t>
            </a:r>
            <a:endParaRPr dirty="0"/>
          </a:p>
        </p:txBody>
      </p:sp>
      <p:sp>
        <p:nvSpPr>
          <p:cNvPr id="183" name="Google Shape;183;p40">
            <a:extLst>
              <a:ext uri="{FF2B5EF4-FFF2-40B4-BE49-F238E27FC236}">
                <a16:creationId xmlns:a16="http://schemas.microsoft.com/office/drawing/2014/main" id="{E5E18032-4B6E-D133-87E6-3B906625F4B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048447" y="2738238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TANIYA VARTAK</a:t>
            </a:r>
            <a:endParaRPr dirty="0"/>
          </a:p>
        </p:txBody>
      </p:sp>
      <p:sp>
        <p:nvSpPr>
          <p:cNvPr id="184" name="Google Shape;184;p40">
            <a:extLst>
              <a:ext uri="{FF2B5EF4-FFF2-40B4-BE49-F238E27FC236}">
                <a16:creationId xmlns:a16="http://schemas.microsoft.com/office/drawing/2014/main" id="{212C1914-61EA-5A6F-788F-1A618F55B24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996080" y="3961973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300" dirty="0"/>
              <a:t>KUNAL YADAV</a:t>
            </a:r>
            <a:endParaRPr sz="1900" b="1" spc="300" dirty="0"/>
          </a:p>
        </p:txBody>
      </p:sp>
      <p:sp>
        <p:nvSpPr>
          <p:cNvPr id="185" name="Google Shape;185;p40">
            <a:extLst>
              <a:ext uri="{FF2B5EF4-FFF2-40B4-BE49-F238E27FC236}">
                <a16:creationId xmlns:a16="http://schemas.microsoft.com/office/drawing/2014/main" id="{8BC8547F-0CB8-9D31-0921-6E8DD706A4BD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65</a:t>
            </a:r>
            <a:endParaRPr dirty="0"/>
          </a:p>
        </p:txBody>
      </p:sp>
      <p:sp>
        <p:nvSpPr>
          <p:cNvPr id="186" name="Google Shape;186;p40">
            <a:extLst>
              <a:ext uri="{FF2B5EF4-FFF2-40B4-BE49-F238E27FC236}">
                <a16:creationId xmlns:a16="http://schemas.microsoft.com/office/drawing/2014/main" id="{13A7C07A-9C4B-0164-22F8-47A6EFD582AA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66</a:t>
            </a:r>
            <a:endParaRPr dirty="0"/>
          </a:p>
        </p:txBody>
      </p:sp>
      <p:cxnSp>
        <p:nvCxnSpPr>
          <p:cNvPr id="187" name="Google Shape;187;p40">
            <a:extLst>
              <a:ext uri="{FF2B5EF4-FFF2-40B4-BE49-F238E27FC236}">
                <a16:creationId xmlns:a16="http://schemas.microsoft.com/office/drawing/2014/main" id="{B864F8A4-3765-E043-797F-19CCC10FDCE7}"/>
              </a:ext>
            </a:extLst>
          </p:cNvPr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>
            <a:extLst>
              <a:ext uri="{FF2B5EF4-FFF2-40B4-BE49-F238E27FC236}">
                <a16:creationId xmlns:a16="http://schemas.microsoft.com/office/drawing/2014/main" id="{B13E9C5B-A3D6-6B97-525F-ACFB85A43159}"/>
              </a:ext>
            </a:extLst>
          </p:cNvPr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>
            <a:extLst>
              <a:ext uri="{FF2B5EF4-FFF2-40B4-BE49-F238E27FC236}">
                <a16:creationId xmlns:a16="http://schemas.microsoft.com/office/drawing/2014/main" id="{EA675F18-AA08-D2C7-2B67-445F4AC2BE41}"/>
              </a:ext>
            </a:extLst>
          </p:cNvPr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F52395-7394-1095-AD4F-08C2260AF6BE}"/>
              </a:ext>
            </a:extLst>
          </p:cNvPr>
          <p:cNvCxnSpPr>
            <a:cxnSpLocks/>
          </p:cNvCxnSpPr>
          <p:nvPr/>
        </p:nvCxnSpPr>
        <p:spPr>
          <a:xfrm>
            <a:off x="4413758" y="3765625"/>
            <a:ext cx="356842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F8EC7EFB-2B20-00BB-34E0-7A48A10C8C66}"/>
              </a:ext>
            </a:extLst>
          </p:cNvPr>
          <p:cNvSpPr/>
          <p:nvPr/>
        </p:nvSpPr>
        <p:spPr>
          <a:xfrm>
            <a:off x="590410" y="2648901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A7AEB7-1049-6321-2E96-2516389D7414}"/>
              </a:ext>
            </a:extLst>
          </p:cNvPr>
          <p:cNvGrpSpPr/>
          <p:nvPr/>
        </p:nvGrpSpPr>
        <p:grpSpPr>
          <a:xfrm>
            <a:off x="2626237" y="2675638"/>
            <a:ext cx="3891514" cy="509835"/>
            <a:chOff x="4328897" y="2357955"/>
            <a:chExt cx="3891514" cy="509835"/>
          </a:xfrm>
        </p:grpSpPr>
        <p:sp>
          <p:nvSpPr>
            <p:cNvPr id="7" name="Arrow: Striped Right 6">
              <a:extLst>
                <a:ext uri="{FF2B5EF4-FFF2-40B4-BE49-F238E27FC236}">
                  <a16:creationId xmlns:a16="http://schemas.microsoft.com/office/drawing/2014/main" id="{FF7ADD9D-8164-B486-1AE4-53AF37444BD9}"/>
                </a:ext>
              </a:extLst>
            </p:cNvPr>
            <p:cNvSpPr/>
            <p:nvPr/>
          </p:nvSpPr>
          <p:spPr>
            <a:xfrm>
              <a:off x="4328897" y="2357955"/>
              <a:ext cx="978408" cy="484632"/>
            </a:xfrm>
            <a:prstGeom prst="strip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Arrow: Striped Right 4">
              <a:extLst>
                <a:ext uri="{FF2B5EF4-FFF2-40B4-BE49-F238E27FC236}">
                  <a16:creationId xmlns:a16="http://schemas.microsoft.com/office/drawing/2014/main" id="{0C23128D-D674-6C1E-D5C9-A7A8FEE3C9FA}"/>
                </a:ext>
              </a:extLst>
            </p:cNvPr>
            <p:cNvSpPr/>
            <p:nvPr/>
          </p:nvSpPr>
          <p:spPr>
            <a:xfrm>
              <a:off x="7242003" y="2383158"/>
              <a:ext cx="978408" cy="484632"/>
            </a:xfrm>
            <a:prstGeom prst="strip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BEE79539-3A15-DF7A-EDE5-55D0510787A9}"/>
              </a:ext>
            </a:extLst>
          </p:cNvPr>
          <p:cNvSpPr/>
          <p:nvPr/>
        </p:nvSpPr>
        <p:spPr>
          <a:xfrm>
            <a:off x="2992076" y="3952052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ightning Bolt 10">
            <a:extLst>
              <a:ext uri="{FF2B5EF4-FFF2-40B4-BE49-F238E27FC236}">
                <a16:creationId xmlns:a16="http://schemas.microsoft.com/office/drawing/2014/main" id="{7B29E05C-AD4C-CD7B-1CD6-B8B1D4C9AC65}"/>
              </a:ext>
            </a:extLst>
          </p:cNvPr>
          <p:cNvSpPr/>
          <p:nvPr/>
        </p:nvSpPr>
        <p:spPr>
          <a:xfrm>
            <a:off x="6615755" y="490011"/>
            <a:ext cx="914400" cy="9144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C7C7D4-8974-85D2-D08B-E2DC5AEA97C8}"/>
              </a:ext>
            </a:extLst>
          </p:cNvPr>
          <p:cNvGrpSpPr/>
          <p:nvPr/>
        </p:nvGrpSpPr>
        <p:grpSpPr>
          <a:xfrm>
            <a:off x="2370539" y="436731"/>
            <a:ext cx="4375769" cy="969460"/>
            <a:chOff x="2554488" y="402419"/>
            <a:chExt cx="4375769" cy="969460"/>
          </a:xfrm>
        </p:grpSpPr>
        <p:sp>
          <p:nvSpPr>
            <p:cNvPr id="4" name="Lightning Bolt 3">
              <a:extLst>
                <a:ext uri="{FF2B5EF4-FFF2-40B4-BE49-F238E27FC236}">
                  <a16:creationId xmlns:a16="http://schemas.microsoft.com/office/drawing/2014/main" id="{8285AD23-B7EE-EE88-98D5-D6A5CD42BEEE}"/>
                </a:ext>
              </a:extLst>
            </p:cNvPr>
            <p:cNvSpPr/>
            <p:nvPr/>
          </p:nvSpPr>
          <p:spPr>
            <a:xfrm>
              <a:off x="2554488" y="457479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Lightning Bolt 9">
              <a:extLst>
                <a:ext uri="{FF2B5EF4-FFF2-40B4-BE49-F238E27FC236}">
                  <a16:creationId xmlns:a16="http://schemas.microsoft.com/office/drawing/2014/main" id="{D19DE170-5976-E362-0053-70496713F89E}"/>
                </a:ext>
              </a:extLst>
            </p:cNvPr>
            <p:cNvSpPr/>
            <p:nvPr/>
          </p:nvSpPr>
          <p:spPr>
            <a:xfrm>
              <a:off x="3481280" y="455699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Lightning Bolt 11">
              <a:extLst>
                <a:ext uri="{FF2B5EF4-FFF2-40B4-BE49-F238E27FC236}">
                  <a16:creationId xmlns:a16="http://schemas.microsoft.com/office/drawing/2014/main" id="{9A7D3CD2-B129-CE3A-1ECC-D0B6E1428E06}"/>
                </a:ext>
              </a:extLst>
            </p:cNvPr>
            <p:cNvSpPr/>
            <p:nvPr/>
          </p:nvSpPr>
          <p:spPr>
            <a:xfrm>
              <a:off x="6015857" y="402419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Lightning Bolt 12">
              <a:extLst>
                <a:ext uri="{FF2B5EF4-FFF2-40B4-BE49-F238E27FC236}">
                  <a16:creationId xmlns:a16="http://schemas.microsoft.com/office/drawing/2014/main" id="{6856AC84-F681-07F1-4B7F-C71E7D386B9B}"/>
                </a:ext>
              </a:extLst>
            </p:cNvPr>
            <p:cNvSpPr/>
            <p:nvPr/>
          </p:nvSpPr>
          <p:spPr>
            <a:xfrm>
              <a:off x="5017199" y="440187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Lightning Bolt 13">
              <a:extLst>
                <a:ext uri="{FF2B5EF4-FFF2-40B4-BE49-F238E27FC236}">
                  <a16:creationId xmlns:a16="http://schemas.microsoft.com/office/drawing/2014/main" id="{35FECF79-DFD2-EC78-0F78-B5BF13F78BD7}"/>
                </a:ext>
              </a:extLst>
            </p:cNvPr>
            <p:cNvSpPr/>
            <p:nvPr/>
          </p:nvSpPr>
          <p:spPr>
            <a:xfrm>
              <a:off x="4134979" y="429438"/>
              <a:ext cx="914400" cy="914400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1F49CE4-E74E-D590-39F7-E64735F57C99}"/>
              </a:ext>
            </a:extLst>
          </p:cNvPr>
          <p:cNvSpPr txBox="1"/>
          <p:nvPr/>
        </p:nvSpPr>
        <p:spPr>
          <a:xfrm>
            <a:off x="2722528" y="66458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Montserrat" panose="00000500000000000000" pitchFamily="2" charset="0"/>
              </a:rPr>
              <a:t>WIRELESS ENERGY TRANSFER</a:t>
            </a:r>
            <a:endParaRPr lang="en-IN" sz="2000" b="1" dirty="0">
              <a:solidFill>
                <a:schemeClr val="accent2">
                  <a:lumMod val="40000"/>
                  <a:lumOff val="6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5622387E-45D6-DAFB-68A2-FDBB430781C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52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idyavardhiniâ€™s College of Engineering and Technology: Courses, Fee,  Admission 2024, Placement, Cutoff, Scholarship">
            <a:extLst>
              <a:ext uri="{FF2B5EF4-FFF2-40B4-BE49-F238E27FC236}">
                <a16:creationId xmlns:a16="http://schemas.microsoft.com/office/drawing/2014/main" id="{7E08A998-5AFB-3246-DD12-EC4367097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689" y="2012684"/>
            <a:ext cx="1399479" cy="1399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0D3296-A15B-D33E-EEAC-49DE11F63BB1}"/>
              </a:ext>
            </a:extLst>
          </p:cNvPr>
          <p:cNvSpPr txBox="1"/>
          <p:nvPr/>
        </p:nvSpPr>
        <p:spPr>
          <a:xfrm>
            <a:off x="285750" y="1549600"/>
            <a:ext cx="8858250" cy="102215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86138"/>
              </a:avLst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VIDYAVARDHINI’S COLLEGE OF ENGINNERING AND TECHNOLOGY</a:t>
            </a:r>
            <a:endParaRPr lang="en-IN" sz="6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61D50DC-32CF-0A50-12F9-7C727DF18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0"/>
            <a:ext cx="7772400" cy="5122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2E349CC7-C37B-6B60-C082-C5D97D8C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64DB966F-7EA0-6120-9AB0-35F52DA0F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661" y="96149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BASIC PRINCIPLES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9FE8D52E-2F28-6ADE-5E71-C881B56707F0}"/>
              </a:ext>
            </a:extLst>
          </p:cNvPr>
          <p:cNvCxnSpPr>
            <a:cxnSpLocks/>
          </p:cNvCxnSpPr>
          <p:nvPr/>
        </p:nvCxnSpPr>
        <p:spPr>
          <a:xfrm>
            <a:off x="837593" y="157544"/>
            <a:ext cx="21396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81218142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94407162-246F-8237-274F-856104C6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E78F6C6D-181F-A763-5B7A-8A22D13F0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661" y="96149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BASIC PRINCIPLES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BE38E8B5-8A46-FE76-E042-C53449533659}"/>
              </a:ext>
            </a:extLst>
          </p:cNvPr>
          <p:cNvCxnSpPr>
            <a:cxnSpLocks/>
          </p:cNvCxnSpPr>
          <p:nvPr/>
        </p:nvCxnSpPr>
        <p:spPr>
          <a:xfrm>
            <a:off x="837593" y="157544"/>
            <a:ext cx="262569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A2F4E8-3774-DD9C-6992-9CDDD54F7B5B}"/>
              </a:ext>
            </a:extLst>
          </p:cNvPr>
          <p:cNvSpPr/>
          <p:nvPr/>
        </p:nvSpPr>
        <p:spPr>
          <a:xfrm>
            <a:off x="258612" y="1455528"/>
            <a:ext cx="1802396" cy="808824"/>
          </a:xfrm>
          <a:prstGeom prst="roundRect">
            <a:avLst>
              <a:gd name="adj" fmla="val 10000"/>
            </a:avLst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8000" b="-18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3">
              <a:tint val="50000"/>
              <a:hueOff val="-746069"/>
              <a:satOff val="6898"/>
              <a:lumOff val="544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AD803D-3505-16A2-AFE5-38D8A4BA8866}"/>
              </a:ext>
            </a:extLst>
          </p:cNvPr>
          <p:cNvSpPr/>
          <p:nvPr/>
        </p:nvSpPr>
        <p:spPr>
          <a:xfrm>
            <a:off x="258612" y="2347249"/>
            <a:ext cx="1802396" cy="808824"/>
          </a:xfrm>
          <a:prstGeom prst="roundRect">
            <a:avLst>
              <a:gd name="adj" fmla="val 10000"/>
            </a:avLst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1000" b="-31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3">
              <a:tint val="50000"/>
              <a:hueOff val="-1492139"/>
              <a:satOff val="13795"/>
              <a:lumOff val="1088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379099-6BCC-A1F9-D938-44FF9C8649BC}"/>
              </a:ext>
            </a:extLst>
          </p:cNvPr>
          <p:cNvSpPr/>
          <p:nvPr/>
        </p:nvSpPr>
        <p:spPr>
          <a:xfrm>
            <a:off x="226570" y="3227992"/>
            <a:ext cx="1802396" cy="808824"/>
          </a:xfrm>
          <a:prstGeom prst="roundRect">
            <a:avLst>
              <a:gd name="adj" fmla="val 10000"/>
            </a:avLst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4000" b="-24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3">
              <a:tint val="50000"/>
              <a:hueOff val="-2238208"/>
              <a:satOff val="20693"/>
              <a:lumOff val="1631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5C52BC-7C7A-C28A-0483-0DF99CD4E35B}"/>
              </a:ext>
            </a:extLst>
          </p:cNvPr>
          <p:cNvGrpSpPr/>
          <p:nvPr/>
        </p:nvGrpSpPr>
        <p:grpSpPr>
          <a:xfrm>
            <a:off x="2096430" y="912642"/>
            <a:ext cx="968860" cy="2329044"/>
            <a:chOff x="2219093" y="1728182"/>
            <a:chExt cx="968860" cy="2329044"/>
          </a:xfrm>
        </p:grpSpPr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CAA11BB4-208D-ECCC-6114-E551124BF826}"/>
                </a:ext>
              </a:extLst>
            </p:cNvPr>
            <p:cNvCxnSpPr>
              <a:cxnSpLocks/>
            </p:cNvCxnSpPr>
            <p:nvPr/>
          </p:nvCxnSpPr>
          <p:spPr>
            <a:xfrm>
              <a:off x="2251251" y="2640781"/>
              <a:ext cx="936702" cy="5373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D3B3BEE1-7DE3-DADE-2C3E-94B79F4BE2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9093" y="1728182"/>
              <a:ext cx="936702" cy="5373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53D0ADAF-1E91-7682-80B9-6DF6F21AC215}"/>
                </a:ext>
              </a:extLst>
            </p:cNvPr>
            <p:cNvCxnSpPr>
              <a:cxnSpLocks/>
            </p:cNvCxnSpPr>
            <p:nvPr/>
          </p:nvCxnSpPr>
          <p:spPr>
            <a:xfrm>
              <a:off x="2219093" y="3519882"/>
              <a:ext cx="936702" cy="5373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BE62DF8-7309-C272-DF52-0C2AACD88DC6}"/>
              </a:ext>
            </a:extLst>
          </p:cNvPr>
          <p:cNvCxnSpPr>
            <a:cxnSpLocks/>
          </p:cNvCxnSpPr>
          <p:nvPr/>
        </p:nvCxnSpPr>
        <p:spPr>
          <a:xfrm>
            <a:off x="2064388" y="3590793"/>
            <a:ext cx="936702" cy="5373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FB8B01-CC9F-2B5B-0738-9FC616E2F0B4}"/>
              </a:ext>
            </a:extLst>
          </p:cNvPr>
          <p:cNvSpPr txBox="1"/>
          <p:nvPr/>
        </p:nvSpPr>
        <p:spPr>
          <a:xfrm>
            <a:off x="3033132" y="1272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spc="300" dirty="0">
                <a:ln w="0"/>
                <a:solidFill>
                  <a:schemeClr val="accent1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ELECTROMAGNETIC  INDUCTION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703955-2565-57E8-E146-0FCCC429DB90}"/>
              </a:ext>
            </a:extLst>
          </p:cNvPr>
          <p:cNvSpPr txBox="1"/>
          <p:nvPr/>
        </p:nvSpPr>
        <p:spPr>
          <a:xfrm>
            <a:off x="3033132" y="214331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ln w="0"/>
                <a:solidFill>
                  <a:schemeClr val="accent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man Old Style" panose="02050604050505020204" pitchFamily="18" charset="0"/>
              </a:rPr>
              <a:t>R</a:t>
            </a:r>
            <a:r>
              <a:rPr lang="en-IN" b="1" spc="300" dirty="0">
                <a:ln w="0"/>
                <a:solidFill>
                  <a:schemeClr val="accent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man Old Style" panose="02050604050505020204" pitchFamily="18" charset="0"/>
              </a:rPr>
              <a:t>ESONANT</a:t>
            </a:r>
            <a:r>
              <a:rPr lang="en-IN" b="1" dirty="0">
                <a:ln w="0"/>
                <a:solidFill>
                  <a:schemeClr val="accent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man Old Style" panose="02050604050505020204" pitchFamily="18" charset="0"/>
              </a:rPr>
              <a:t> INDUCTIVE COUPLING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85C9D-900B-719B-FA35-69B76794321B}"/>
              </a:ext>
            </a:extLst>
          </p:cNvPr>
          <p:cNvSpPr txBox="1"/>
          <p:nvPr/>
        </p:nvSpPr>
        <p:spPr>
          <a:xfrm>
            <a:off x="2968973" y="30515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pc="300" dirty="0">
                <a:ln w="0"/>
                <a:solidFill>
                  <a:schemeClr val="accent1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ELECTROMAGNETIC RADIATION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4D1FF9-9384-6414-2A89-F855EFDBDAD1}"/>
              </a:ext>
            </a:extLst>
          </p:cNvPr>
          <p:cNvSpPr txBox="1"/>
          <p:nvPr/>
        </p:nvSpPr>
        <p:spPr>
          <a:xfrm>
            <a:off x="2968973" y="396400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pc="300" dirty="0">
                <a:ln w="0"/>
                <a:solidFill>
                  <a:schemeClr val="accent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C</a:t>
            </a:r>
            <a:r>
              <a:rPr lang="en-IN" spc="300" dirty="0">
                <a:ln w="0"/>
                <a:solidFill>
                  <a:schemeClr val="accent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APACITIVE COUPLING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4140C72-B64E-F3A8-E820-1E892B090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570" y="4128986"/>
            <a:ext cx="1738313" cy="808038"/>
          </a:xfrm>
          <a:prstGeom prst="roundRect">
            <a:avLst>
              <a:gd name="adj" fmla="val 10000"/>
            </a:avLst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1000" b="-11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3">
              <a:tint val="50000"/>
              <a:hueOff val="-2984277"/>
              <a:satOff val="27590"/>
              <a:lumOff val="2175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8459ECE-94BA-F826-CE64-EC7681FFCB88}"/>
              </a:ext>
            </a:extLst>
          </p:cNvPr>
          <p:cNvSpPr/>
          <p:nvPr/>
        </p:nvSpPr>
        <p:spPr>
          <a:xfrm>
            <a:off x="258612" y="610495"/>
            <a:ext cx="1802396" cy="808817"/>
          </a:xfrm>
          <a:prstGeom prst="roundRect">
            <a:avLst>
              <a:gd name="adj" fmla="val 10000"/>
            </a:avLst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000" b="-30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3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37E86C4-36E8-75FC-C3E1-5DB3E4423968}"/>
              </a:ext>
            </a:extLst>
          </p:cNvPr>
          <p:cNvCxnSpPr>
            <a:cxnSpLocks/>
          </p:cNvCxnSpPr>
          <p:nvPr/>
        </p:nvCxnSpPr>
        <p:spPr>
          <a:xfrm>
            <a:off x="1976571" y="4415420"/>
            <a:ext cx="936702" cy="5373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C3F4E8-8E09-1188-7A86-B5011EEAF14C}"/>
              </a:ext>
            </a:extLst>
          </p:cNvPr>
          <p:cNvSpPr txBox="1"/>
          <p:nvPr/>
        </p:nvSpPr>
        <p:spPr>
          <a:xfrm>
            <a:off x="2924961" y="4739574"/>
            <a:ext cx="4572000" cy="33855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lvl="0"/>
            <a:r>
              <a:rPr lang="en-IN" sz="1600"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Laser-Based</a:t>
            </a:r>
            <a:r>
              <a:rPr lang="en-I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 Transmission</a:t>
            </a:r>
          </a:p>
        </p:txBody>
      </p:sp>
    </p:spTree>
    <p:extLst>
      <p:ext uri="{BB962C8B-B14F-4D97-AF65-F5344CB8AC3E}">
        <p14:creationId xmlns:p14="http://schemas.microsoft.com/office/powerpoint/2010/main" val="359032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5" grpId="0"/>
      <p:bldP spid="17" grpId="0"/>
      <p:bldP spid="19" grpId="0"/>
      <p:bldP spid="23" grpId="0"/>
      <p:bldP spid="24" grpId="0" build="p" animBg="1"/>
      <p:bldP spid="25" grpId="0" animBg="1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4F43C6F-AA0A-000D-3210-5FE38DA7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45">
            <a:extLst>
              <a:ext uri="{FF2B5EF4-FFF2-40B4-BE49-F238E27FC236}">
                <a16:creationId xmlns:a16="http://schemas.microsoft.com/office/drawing/2014/main" id="{DE779459-BDD8-9FC8-4A23-B28CEC14B5A5}"/>
              </a:ext>
            </a:extLst>
          </p:cNvPr>
          <p:cNvCxnSpPr>
            <a:cxnSpLocks/>
          </p:cNvCxnSpPr>
          <p:nvPr/>
        </p:nvCxnSpPr>
        <p:spPr>
          <a:xfrm>
            <a:off x="1026200" y="414022"/>
            <a:ext cx="267341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51C7208E-1D45-85F3-E15E-B5C2367C1624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87263" y="350046"/>
            <a:ext cx="4629300" cy="941400"/>
          </a:xfrm>
        </p:spPr>
        <p:txBody>
          <a:bodyPr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ookman Old Style" panose="02050604050505020204" pitchFamily="18" charset="0"/>
              </a:rPr>
              <a:t>INDUCTIVE POWER TRANSFER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35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2CBB7D7-E165-007A-4963-B473E96D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45">
            <a:extLst>
              <a:ext uri="{FF2B5EF4-FFF2-40B4-BE49-F238E27FC236}">
                <a16:creationId xmlns:a16="http://schemas.microsoft.com/office/drawing/2014/main" id="{014FA85C-6647-302E-395C-FB2B401AC822}"/>
              </a:ext>
            </a:extLst>
          </p:cNvPr>
          <p:cNvCxnSpPr>
            <a:cxnSpLocks/>
          </p:cNvCxnSpPr>
          <p:nvPr/>
        </p:nvCxnSpPr>
        <p:spPr>
          <a:xfrm>
            <a:off x="1026200" y="414022"/>
            <a:ext cx="289902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B78F728-88C6-588A-14B0-4DA791EC74E3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87263" y="350046"/>
            <a:ext cx="4629300" cy="941400"/>
          </a:xfrm>
        </p:spPr>
        <p:txBody>
          <a:bodyPr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ookman Old Style" panose="02050604050505020204" pitchFamily="18" charset="0"/>
              </a:rPr>
              <a:t>INDUCTIVE POWER TRANSFER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F83367A-7150-FC4D-9D29-978C966640B8}"/>
              </a:ext>
            </a:extLst>
          </p:cNvPr>
          <p:cNvCxnSpPr>
            <a:cxnSpLocks/>
          </p:cNvCxnSpPr>
          <p:nvPr/>
        </p:nvCxnSpPr>
        <p:spPr>
          <a:xfrm>
            <a:off x="896272" y="1732770"/>
            <a:ext cx="1728151" cy="146081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86AE0D2-92CA-EE32-0DE6-2D4A0ADD7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312" y="1676400"/>
            <a:ext cx="4629300" cy="2518410"/>
          </a:xfrm>
          <a:prstGeom prst="rect">
            <a:avLst/>
          </a:prstGeom>
          <a:effectLst>
            <a:reflection blurRad="6350" stA="52000" endA="300" endPos="35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5863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46"/>
          <p:cNvCxnSpPr>
            <a:cxnSpLocks/>
          </p:cNvCxnSpPr>
          <p:nvPr/>
        </p:nvCxnSpPr>
        <p:spPr>
          <a:xfrm>
            <a:off x="3265553" y="223427"/>
            <a:ext cx="2729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1" name="Google Shape;241;p46"/>
          <p:cNvCxnSpPr/>
          <p:nvPr/>
        </p:nvCxnSpPr>
        <p:spPr>
          <a:xfrm>
            <a:off x="4436097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/>
          <p:cNvCxnSpPr/>
          <p:nvPr/>
        </p:nvCxnSpPr>
        <p:spPr>
          <a:xfrm>
            <a:off x="69261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/>
          <p:cNvCxnSpPr/>
          <p:nvPr/>
        </p:nvCxnSpPr>
        <p:spPr>
          <a:xfrm>
            <a:off x="19460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7" name="Google Shape;247;p46"/>
          <p:cNvSpPr/>
          <p:nvPr/>
        </p:nvSpPr>
        <p:spPr>
          <a:xfrm>
            <a:off x="6850102" y="2024450"/>
            <a:ext cx="423884" cy="409986"/>
          </a:xfrm>
          <a:custGeom>
            <a:avLst/>
            <a:gdLst/>
            <a:ahLst/>
            <a:cxnLst/>
            <a:rect l="l" t="t" r="r" b="b"/>
            <a:pathLst>
              <a:path w="11407" h="11033" extrusionOk="0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46"/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/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6"/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6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3699CF9-B60A-19C7-1372-7E4565AF44AE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730375-06A4-CA45-CECC-FCED52BD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CE1035-77A4-DFBB-7201-006718AA842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ADCC597-A18F-9D48-F8EA-F81957E1070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B784798-1E07-4B47-F444-A7B95CBBE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B3D9BBBB-B51B-D477-C3EE-8D4037E2D5E9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D0DCD1A-6D2D-64C1-6A71-77D7A4C9DF88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3466253" y="110488"/>
            <a:ext cx="4629300" cy="941400"/>
          </a:xfrm>
        </p:spPr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62851-DDDC-DFBF-2536-091B84E95C54}"/>
              </a:ext>
            </a:extLst>
          </p:cNvPr>
          <p:cNvGrpSpPr/>
          <p:nvPr/>
        </p:nvGrpSpPr>
        <p:grpSpPr>
          <a:xfrm>
            <a:off x="716669" y="1754602"/>
            <a:ext cx="3790572" cy="3244646"/>
            <a:chOff x="716669" y="1754602"/>
            <a:chExt cx="3790572" cy="3244646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6C071C28-0350-32FB-74B7-E9BE695E20EB}"/>
                </a:ext>
              </a:extLst>
            </p:cNvPr>
            <p:cNvSpPr/>
            <p:nvPr/>
          </p:nvSpPr>
          <p:spPr>
            <a:xfrm rot="5400000">
              <a:off x="3103173" y="2397694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1BF6835-50AB-5FB8-E6DA-14DEAB0F491A}"/>
                </a:ext>
              </a:extLst>
            </p:cNvPr>
            <p:cNvGrpSpPr/>
            <p:nvPr/>
          </p:nvGrpSpPr>
          <p:grpSpPr>
            <a:xfrm>
              <a:off x="716669" y="1754602"/>
              <a:ext cx="3790572" cy="3244646"/>
              <a:chOff x="686247" y="1749101"/>
              <a:chExt cx="3790572" cy="324464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3C3E34D-C861-AA44-488F-2ED95D52A617}"/>
                  </a:ext>
                </a:extLst>
              </p:cNvPr>
              <p:cNvSpPr/>
              <p:nvPr/>
            </p:nvSpPr>
            <p:spPr>
              <a:xfrm>
                <a:off x="1986769" y="1749101"/>
                <a:ext cx="2490050" cy="3209698"/>
              </a:xfrm>
              <a:prstGeom prst="round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8481149C-9F61-1807-31BA-0A0DE6CE2BEA}"/>
                  </a:ext>
                </a:extLst>
              </p:cNvPr>
              <p:cNvSpPr/>
              <p:nvPr/>
            </p:nvSpPr>
            <p:spPr>
              <a:xfrm>
                <a:off x="1372156" y="1773046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3AED919-5478-D256-5837-8F66CE2DFA08}"/>
                  </a:ext>
                </a:extLst>
              </p:cNvPr>
              <p:cNvSpPr/>
              <p:nvPr/>
            </p:nvSpPr>
            <p:spPr>
              <a:xfrm>
                <a:off x="686247" y="178404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F3C283B-3AF7-E04A-14AE-F04AE7CA8967}"/>
                </a:ext>
              </a:extLst>
            </p:cNvPr>
            <p:cNvSpPr/>
            <p:nvPr/>
          </p:nvSpPr>
          <p:spPr>
            <a:xfrm rot="5400000">
              <a:off x="2982849" y="2408697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CB33AFF-921C-92B5-7163-66629F0B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2FC4543B-241F-FB58-5B76-13320E8E7D71}"/>
              </a:ext>
            </a:extLst>
          </p:cNvPr>
          <p:cNvCxnSpPr>
            <a:cxnSpLocks/>
          </p:cNvCxnSpPr>
          <p:nvPr/>
        </p:nvCxnSpPr>
        <p:spPr>
          <a:xfrm>
            <a:off x="3333143" y="223427"/>
            <a:ext cx="269541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1" name="Google Shape;241;p46">
            <a:extLst>
              <a:ext uri="{FF2B5EF4-FFF2-40B4-BE49-F238E27FC236}">
                <a16:creationId xmlns:a16="http://schemas.microsoft.com/office/drawing/2014/main" id="{0FD07BDE-D014-580B-C980-9A4C8AC1C28B}"/>
              </a:ext>
            </a:extLst>
          </p:cNvPr>
          <p:cNvCxnSpPr/>
          <p:nvPr/>
        </p:nvCxnSpPr>
        <p:spPr>
          <a:xfrm>
            <a:off x="4436097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>
            <a:extLst>
              <a:ext uri="{FF2B5EF4-FFF2-40B4-BE49-F238E27FC236}">
                <a16:creationId xmlns:a16="http://schemas.microsoft.com/office/drawing/2014/main" id="{D6A99E8C-19B1-B22E-D80E-315921339E20}"/>
              </a:ext>
            </a:extLst>
          </p:cNvPr>
          <p:cNvCxnSpPr/>
          <p:nvPr/>
        </p:nvCxnSpPr>
        <p:spPr>
          <a:xfrm>
            <a:off x="69261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>
            <a:extLst>
              <a:ext uri="{FF2B5EF4-FFF2-40B4-BE49-F238E27FC236}">
                <a16:creationId xmlns:a16="http://schemas.microsoft.com/office/drawing/2014/main" id="{FA94862C-58CC-23F5-A175-630C75FDD8C3}"/>
              </a:ext>
            </a:extLst>
          </p:cNvPr>
          <p:cNvCxnSpPr/>
          <p:nvPr/>
        </p:nvCxnSpPr>
        <p:spPr>
          <a:xfrm>
            <a:off x="19460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7" name="Google Shape;247;p46">
            <a:extLst>
              <a:ext uri="{FF2B5EF4-FFF2-40B4-BE49-F238E27FC236}">
                <a16:creationId xmlns:a16="http://schemas.microsoft.com/office/drawing/2014/main" id="{09683373-12A1-EA25-E34B-E215B3DDB98F}"/>
              </a:ext>
            </a:extLst>
          </p:cNvPr>
          <p:cNvSpPr/>
          <p:nvPr/>
        </p:nvSpPr>
        <p:spPr>
          <a:xfrm>
            <a:off x="6850102" y="2024450"/>
            <a:ext cx="423884" cy="409986"/>
          </a:xfrm>
          <a:custGeom>
            <a:avLst/>
            <a:gdLst/>
            <a:ahLst/>
            <a:cxnLst/>
            <a:rect l="l" t="t" r="r" b="b"/>
            <a:pathLst>
              <a:path w="11407" h="11033" extrusionOk="0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46">
            <a:extLst>
              <a:ext uri="{FF2B5EF4-FFF2-40B4-BE49-F238E27FC236}">
                <a16:creationId xmlns:a16="http://schemas.microsoft.com/office/drawing/2014/main" id="{4798A278-5028-9E65-E224-65E1121BFF00}"/>
              </a:ext>
            </a:extLst>
          </p:cNvPr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>
              <a:extLst>
                <a:ext uri="{FF2B5EF4-FFF2-40B4-BE49-F238E27FC236}">
                  <a16:creationId xmlns:a16="http://schemas.microsoft.com/office/drawing/2014/main" id="{4D013693-E9BB-99AE-E975-D09F8C6CB7B6}"/>
                </a:ext>
              </a:extLst>
            </p:cNvPr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>
              <a:extLst>
                <a:ext uri="{FF2B5EF4-FFF2-40B4-BE49-F238E27FC236}">
                  <a16:creationId xmlns:a16="http://schemas.microsoft.com/office/drawing/2014/main" id="{C4465D41-946C-FC74-C786-EBA152077314}"/>
                </a:ext>
              </a:extLst>
            </p:cNvPr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>
              <a:extLst>
                <a:ext uri="{FF2B5EF4-FFF2-40B4-BE49-F238E27FC236}">
                  <a16:creationId xmlns:a16="http://schemas.microsoft.com/office/drawing/2014/main" id="{B20BE368-E484-A130-8330-23472CF8EFD5}"/>
                </a:ext>
              </a:extLst>
            </p:cNvPr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6">
            <a:extLst>
              <a:ext uri="{FF2B5EF4-FFF2-40B4-BE49-F238E27FC236}">
                <a16:creationId xmlns:a16="http://schemas.microsoft.com/office/drawing/2014/main" id="{4CD235A4-EE74-CE87-165B-C7EDDE36E761}"/>
              </a:ext>
            </a:extLst>
          </p:cNvPr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>
              <a:extLst>
                <a:ext uri="{FF2B5EF4-FFF2-40B4-BE49-F238E27FC236}">
                  <a16:creationId xmlns:a16="http://schemas.microsoft.com/office/drawing/2014/main" id="{F20496F5-6461-880B-C643-2C6A5749A8AB}"/>
                </a:ext>
              </a:extLst>
            </p:cNvPr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6">
              <a:extLst>
                <a:ext uri="{FF2B5EF4-FFF2-40B4-BE49-F238E27FC236}">
                  <a16:creationId xmlns:a16="http://schemas.microsoft.com/office/drawing/2014/main" id="{FBDE5B97-88A3-C471-EDAF-7AB33C5CC424}"/>
                </a:ext>
              </a:extLst>
            </p:cNvPr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7F078A2-4887-01D5-6447-CE8910890629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3402597" y="3634816"/>
            <a:ext cx="2067000" cy="548400"/>
          </a:xfrm>
        </p:spPr>
        <p:txBody>
          <a:bodyPr/>
          <a:lstStyle/>
          <a:p>
            <a:r>
              <a:rPr lang="en-US" dirty="0"/>
              <a:t>POWER SUPPLY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9DD9A1-5338-FC4C-45D4-DCF7BBB3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3A199E-FB09-567E-369D-099CCAE8A05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DE951DA-41F7-A27D-2DFD-D7E536839B5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A26EE7D8-7A25-CDE2-C850-A1C2825E5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2EB589A1-BE25-6620-2325-9F381B319102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F9702D92-2E7B-E5C6-6BE9-2D338A12854A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3466253" y="110488"/>
            <a:ext cx="4629300" cy="941400"/>
          </a:xfrm>
        </p:spPr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2D9050-07BD-DE11-A04F-0563B4C762D6}"/>
              </a:ext>
            </a:extLst>
          </p:cNvPr>
          <p:cNvGrpSpPr/>
          <p:nvPr/>
        </p:nvGrpSpPr>
        <p:grpSpPr>
          <a:xfrm>
            <a:off x="716669" y="1752242"/>
            <a:ext cx="7633677" cy="3268546"/>
            <a:chOff x="716669" y="1752242"/>
            <a:chExt cx="7633677" cy="3268546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5F03B50-A4AF-6C16-296D-69CDE239A0E8}"/>
                </a:ext>
              </a:extLst>
            </p:cNvPr>
            <p:cNvSpPr/>
            <p:nvPr/>
          </p:nvSpPr>
          <p:spPr>
            <a:xfrm rot="5400000">
              <a:off x="3103173" y="2397694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4CFEEEF-90D5-0E34-C487-09D606B87B90}"/>
                </a:ext>
              </a:extLst>
            </p:cNvPr>
            <p:cNvGrpSpPr/>
            <p:nvPr/>
          </p:nvGrpSpPr>
          <p:grpSpPr>
            <a:xfrm>
              <a:off x="716669" y="1752242"/>
              <a:ext cx="7633677" cy="3268546"/>
              <a:chOff x="686247" y="1746741"/>
              <a:chExt cx="7633677" cy="326854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B5856E3-3525-1FB7-195C-D6B12E76EBA6}"/>
                  </a:ext>
                </a:extLst>
              </p:cNvPr>
              <p:cNvSpPr/>
              <p:nvPr/>
            </p:nvSpPr>
            <p:spPr>
              <a:xfrm>
                <a:off x="5829874" y="1746741"/>
                <a:ext cx="2490050" cy="3209698"/>
              </a:xfrm>
              <a:prstGeom prst="round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04EB567-59FC-4269-159A-97F8AE39683B}"/>
                  </a:ext>
                </a:extLst>
              </p:cNvPr>
              <p:cNvSpPr/>
              <p:nvPr/>
            </p:nvSpPr>
            <p:spPr>
              <a:xfrm>
                <a:off x="3285030" y="180558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3B3613B-8C1C-93F7-B584-AB746734E88E}"/>
                  </a:ext>
                </a:extLst>
              </p:cNvPr>
              <p:cNvSpPr/>
              <p:nvPr/>
            </p:nvSpPr>
            <p:spPr>
              <a:xfrm>
                <a:off x="686247" y="178404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7697690A-9AD7-F684-6DEA-E6CA348ABF19}"/>
                </a:ext>
              </a:extLst>
            </p:cNvPr>
            <p:cNvSpPr/>
            <p:nvPr/>
          </p:nvSpPr>
          <p:spPr>
            <a:xfrm rot="5400000">
              <a:off x="2993072" y="2408697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9C08ED49-E0A0-A1FD-A863-FD4DB621462B}"/>
              </a:ext>
            </a:extLst>
          </p:cNvPr>
          <p:cNvSpPr/>
          <p:nvPr/>
        </p:nvSpPr>
        <p:spPr>
          <a:xfrm rot="5400000">
            <a:off x="5589451" y="2446559"/>
            <a:ext cx="743025" cy="326105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092F4-751C-9B73-9C03-4F167B32000F}"/>
              </a:ext>
            </a:extLst>
          </p:cNvPr>
          <p:cNvSpPr/>
          <p:nvPr/>
        </p:nvSpPr>
        <p:spPr>
          <a:xfrm>
            <a:off x="1151462" y="2010343"/>
            <a:ext cx="1394784" cy="1190238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1000" r="-21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113303-3C2F-CF1E-2EDE-4F791705C80F}"/>
              </a:ext>
            </a:extLst>
          </p:cNvPr>
          <p:cNvSpPr/>
          <p:nvPr/>
        </p:nvSpPr>
        <p:spPr>
          <a:xfrm>
            <a:off x="6471112" y="1991952"/>
            <a:ext cx="1277344" cy="1267621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A6CF4-5935-4B80-7DC6-DF40AAB64F62}"/>
              </a:ext>
            </a:extLst>
          </p:cNvPr>
          <p:cNvSpPr txBox="1"/>
          <p:nvPr/>
        </p:nvSpPr>
        <p:spPr>
          <a:xfrm>
            <a:off x="1142783" y="3701093"/>
            <a:ext cx="16065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TRANSMITTER ANS RECEIVER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COILc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4D08BD-FEAB-F0E2-4C0E-65D248E5FEDB}"/>
              </a:ext>
            </a:extLst>
          </p:cNvPr>
          <p:cNvSpPr/>
          <p:nvPr/>
        </p:nvSpPr>
        <p:spPr>
          <a:xfrm>
            <a:off x="3908895" y="1927897"/>
            <a:ext cx="1326211" cy="1287706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4000" r="-14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F8D87-4338-A6E9-1C5C-9B4D010BCD28}"/>
              </a:ext>
            </a:extLst>
          </p:cNvPr>
          <p:cNvSpPr txBox="1"/>
          <p:nvPr/>
        </p:nvSpPr>
        <p:spPr>
          <a:xfrm>
            <a:off x="3801176" y="3840324"/>
            <a:ext cx="1672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POWER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SUPPLY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45924-9F1F-E312-89C8-42E6DFE7C185}"/>
              </a:ext>
            </a:extLst>
          </p:cNvPr>
          <p:cNvSpPr txBox="1"/>
          <p:nvPr/>
        </p:nvSpPr>
        <p:spPr>
          <a:xfrm>
            <a:off x="6485654" y="3894706"/>
            <a:ext cx="12628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FERRITE CORE MATERIAL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9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9D6CE2-6DB3-B074-D5D7-FE196C1B4EA1}"/>
              </a:ext>
            </a:extLst>
          </p:cNvPr>
          <p:cNvGrpSpPr/>
          <p:nvPr/>
        </p:nvGrpSpPr>
        <p:grpSpPr>
          <a:xfrm>
            <a:off x="716669" y="1754602"/>
            <a:ext cx="3790572" cy="3244646"/>
            <a:chOff x="716669" y="1754602"/>
            <a:chExt cx="3790572" cy="3244646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6C82BE9-A1CF-A6AF-9532-10F55A60D369}"/>
                </a:ext>
              </a:extLst>
            </p:cNvPr>
            <p:cNvSpPr/>
            <p:nvPr/>
          </p:nvSpPr>
          <p:spPr>
            <a:xfrm rot="5400000">
              <a:off x="3103173" y="2397694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B5C105-EA89-A8C8-C125-6CDC1DCE7907}"/>
                </a:ext>
              </a:extLst>
            </p:cNvPr>
            <p:cNvGrpSpPr/>
            <p:nvPr/>
          </p:nvGrpSpPr>
          <p:grpSpPr>
            <a:xfrm>
              <a:off x="716669" y="1754602"/>
              <a:ext cx="3790572" cy="3244646"/>
              <a:chOff x="686247" y="1749101"/>
              <a:chExt cx="3790572" cy="3244646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C3A5C50-80A7-C218-C678-B07C70243ECF}"/>
                  </a:ext>
                </a:extLst>
              </p:cNvPr>
              <p:cNvSpPr/>
              <p:nvPr/>
            </p:nvSpPr>
            <p:spPr>
              <a:xfrm>
                <a:off x="1986769" y="1749101"/>
                <a:ext cx="2490050" cy="3209698"/>
              </a:xfrm>
              <a:prstGeom prst="round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9FE099A-0FED-44AD-4465-5E702E88C02C}"/>
                  </a:ext>
                </a:extLst>
              </p:cNvPr>
              <p:cNvSpPr/>
              <p:nvPr/>
            </p:nvSpPr>
            <p:spPr>
              <a:xfrm>
                <a:off x="1372156" y="1773046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C4E94D0-2D0C-2D88-2735-EF6628821550}"/>
                  </a:ext>
                </a:extLst>
              </p:cNvPr>
              <p:cNvSpPr/>
              <p:nvPr/>
            </p:nvSpPr>
            <p:spPr>
              <a:xfrm>
                <a:off x="686247" y="178404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E0B192E-671F-14E2-8469-721CEB8C4E86}"/>
                </a:ext>
              </a:extLst>
            </p:cNvPr>
            <p:cNvSpPr/>
            <p:nvPr/>
          </p:nvSpPr>
          <p:spPr>
            <a:xfrm rot="5400000">
              <a:off x="2982849" y="2408697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2AD256D-4C87-3AF4-4842-E1D0436CF4AC}"/>
              </a:ext>
            </a:extLst>
          </p:cNvPr>
          <p:cNvGrpSpPr/>
          <p:nvPr/>
        </p:nvGrpSpPr>
        <p:grpSpPr>
          <a:xfrm>
            <a:off x="716669" y="1752242"/>
            <a:ext cx="7633677" cy="3268546"/>
            <a:chOff x="716669" y="1752242"/>
            <a:chExt cx="7633677" cy="3268546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BB5F98F5-D938-1030-A40F-97EADB643D62}"/>
                </a:ext>
              </a:extLst>
            </p:cNvPr>
            <p:cNvSpPr/>
            <p:nvPr/>
          </p:nvSpPr>
          <p:spPr>
            <a:xfrm rot="5400000">
              <a:off x="3103173" y="2397694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D27F6DF-CA6D-4286-9D47-77CE7F3A6B7B}"/>
                </a:ext>
              </a:extLst>
            </p:cNvPr>
            <p:cNvGrpSpPr/>
            <p:nvPr/>
          </p:nvGrpSpPr>
          <p:grpSpPr>
            <a:xfrm>
              <a:off x="716669" y="1752242"/>
              <a:ext cx="7633677" cy="3268546"/>
              <a:chOff x="686247" y="1746741"/>
              <a:chExt cx="7633677" cy="326854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0BF7B14-D62B-E973-A6B7-59A2A71E4D3D}"/>
                  </a:ext>
                </a:extLst>
              </p:cNvPr>
              <p:cNvSpPr/>
              <p:nvPr/>
            </p:nvSpPr>
            <p:spPr>
              <a:xfrm>
                <a:off x="5829874" y="1746741"/>
                <a:ext cx="2490050" cy="3209698"/>
              </a:xfrm>
              <a:prstGeom prst="round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557DEF7-36C4-08A5-ADA4-84112E9A9B46}"/>
                  </a:ext>
                </a:extLst>
              </p:cNvPr>
              <p:cNvSpPr/>
              <p:nvPr/>
            </p:nvSpPr>
            <p:spPr>
              <a:xfrm>
                <a:off x="3285030" y="180558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AEF8147D-2E14-52F5-49FC-6F8E4E063935}"/>
                  </a:ext>
                </a:extLst>
              </p:cNvPr>
              <p:cNvSpPr/>
              <p:nvPr/>
            </p:nvSpPr>
            <p:spPr>
              <a:xfrm>
                <a:off x="686247" y="1784049"/>
                <a:ext cx="2490050" cy="320969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>
                  <a:ln w="22225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ED8D92C4-0404-F217-E01E-E83051BBBA5C}"/>
                </a:ext>
              </a:extLst>
            </p:cNvPr>
            <p:cNvSpPr/>
            <p:nvPr/>
          </p:nvSpPr>
          <p:spPr>
            <a:xfrm rot="5400000">
              <a:off x="2993072" y="2408697"/>
              <a:ext cx="743025" cy="326105"/>
            </a:xfrm>
            <a:prstGeom prst="triangl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13AA825-15C5-538C-C42D-8DFFD8233D2B}"/>
              </a:ext>
            </a:extLst>
          </p:cNvPr>
          <p:cNvSpPr/>
          <p:nvPr/>
        </p:nvSpPr>
        <p:spPr>
          <a:xfrm>
            <a:off x="1310205" y="1907113"/>
            <a:ext cx="1242620" cy="125657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,LL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27485B-9988-4AD4-E703-B08706660A87}"/>
              </a:ext>
            </a:extLst>
          </p:cNvPr>
          <p:cNvSpPr/>
          <p:nvPr/>
        </p:nvSpPr>
        <p:spPr>
          <a:xfrm>
            <a:off x="6403136" y="1907113"/>
            <a:ext cx="1430659" cy="1394788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7465B-C8AD-DF09-A8AC-1F442A4088EF}"/>
              </a:ext>
            </a:extLst>
          </p:cNvPr>
          <p:cNvSpPr txBox="1"/>
          <p:nvPr/>
        </p:nvSpPr>
        <p:spPr>
          <a:xfrm>
            <a:off x="1310205" y="3773691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CAPACITORS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19D3C-64F7-65E0-8DDA-3FBBBF0FC4A0}"/>
              </a:ext>
            </a:extLst>
          </p:cNvPr>
          <p:cNvSpPr txBox="1"/>
          <p:nvPr/>
        </p:nvSpPr>
        <p:spPr>
          <a:xfrm>
            <a:off x="3960297" y="3773690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RESISTORS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9BB200-4593-E67D-9EB5-2E13C1AC1B43}"/>
              </a:ext>
            </a:extLst>
          </p:cNvPr>
          <p:cNvSpPr txBox="1"/>
          <p:nvPr/>
        </p:nvSpPr>
        <p:spPr>
          <a:xfrm>
            <a:off x="6306420" y="3695752"/>
            <a:ext cx="1527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WIRES AND CONNECTORS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0515CD-5508-6AC6-1EE8-222B3CADB6B7}"/>
              </a:ext>
            </a:extLst>
          </p:cNvPr>
          <p:cNvSpPr/>
          <p:nvPr/>
        </p:nvSpPr>
        <p:spPr>
          <a:xfrm>
            <a:off x="3858944" y="1936579"/>
            <a:ext cx="1426111" cy="1335855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00" r="-13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1"/>
          <p:cNvGrpSpPr/>
          <p:nvPr/>
        </p:nvGrpSpPr>
        <p:grpSpPr>
          <a:xfrm>
            <a:off x="5330853" y="1997309"/>
            <a:ext cx="449122" cy="383741"/>
            <a:chOff x="866243" y="2291587"/>
            <a:chExt cx="415546" cy="355053"/>
          </a:xfrm>
        </p:grpSpPr>
        <p:sp>
          <p:nvSpPr>
            <p:cNvPr id="346" name="Google Shape;346;p51"/>
            <p:cNvSpPr/>
            <p:nvPr/>
          </p:nvSpPr>
          <p:spPr>
            <a:xfrm>
              <a:off x="1053756" y="2523748"/>
              <a:ext cx="103998" cy="81706"/>
            </a:xfrm>
            <a:custGeom>
              <a:avLst/>
              <a:gdLst/>
              <a:ahLst/>
              <a:cxnLst/>
              <a:rect l="l" t="t" r="r" b="b"/>
              <a:pathLst>
                <a:path w="3275" h="2573" extrusionOk="0">
                  <a:moveTo>
                    <a:pt x="2358" y="393"/>
                  </a:moveTo>
                  <a:cubicBezTo>
                    <a:pt x="2418" y="393"/>
                    <a:pt x="2465" y="429"/>
                    <a:pt x="2489" y="488"/>
                  </a:cubicBezTo>
                  <a:lnTo>
                    <a:pt x="2823" y="1262"/>
                  </a:lnTo>
                  <a:cubicBezTo>
                    <a:pt x="2846" y="1322"/>
                    <a:pt x="2823" y="1405"/>
                    <a:pt x="2739" y="1441"/>
                  </a:cubicBezTo>
                  <a:lnTo>
                    <a:pt x="989" y="2179"/>
                  </a:lnTo>
                  <a:cubicBezTo>
                    <a:pt x="977" y="2179"/>
                    <a:pt x="953" y="2203"/>
                    <a:pt x="929" y="2203"/>
                  </a:cubicBezTo>
                  <a:cubicBezTo>
                    <a:pt x="870" y="2203"/>
                    <a:pt x="822" y="2167"/>
                    <a:pt x="787" y="2108"/>
                  </a:cubicBezTo>
                  <a:lnTo>
                    <a:pt x="465" y="1334"/>
                  </a:lnTo>
                  <a:cubicBezTo>
                    <a:pt x="441" y="1262"/>
                    <a:pt x="465" y="1191"/>
                    <a:pt x="537" y="1155"/>
                  </a:cubicBezTo>
                  <a:lnTo>
                    <a:pt x="2299" y="417"/>
                  </a:lnTo>
                  <a:cubicBezTo>
                    <a:pt x="2311" y="417"/>
                    <a:pt x="2322" y="393"/>
                    <a:pt x="2358" y="393"/>
                  </a:cubicBezTo>
                  <a:close/>
                  <a:moveTo>
                    <a:pt x="2358" y="0"/>
                  </a:moveTo>
                  <a:cubicBezTo>
                    <a:pt x="2287" y="0"/>
                    <a:pt x="2227" y="12"/>
                    <a:pt x="2144" y="36"/>
                  </a:cubicBezTo>
                  <a:lnTo>
                    <a:pt x="394" y="786"/>
                  </a:lnTo>
                  <a:cubicBezTo>
                    <a:pt x="120" y="905"/>
                    <a:pt x="1" y="1203"/>
                    <a:pt x="108" y="1465"/>
                  </a:cubicBezTo>
                  <a:lnTo>
                    <a:pt x="429" y="2239"/>
                  </a:lnTo>
                  <a:cubicBezTo>
                    <a:pt x="525" y="2441"/>
                    <a:pt x="703" y="2572"/>
                    <a:pt x="929" y="2572"/>
                  </a:cubicBezTo>
                  <a:cubicBezTo>
                    <a:pt x="1001" y="2572"/>
                    <a:pt x="1060" y="2560"/>
                    <a:pt x="1132" y="2524"/>
                  </a:cubicBezTo>
                  <a:lnTo>
                    <a:pt x="2894" y="1786"/>
                  </a:lnTo>
                  <a:cubicBezTo>
                    <a:pt x="3156" y="1679"/>
                    <a:pt x="3275" y="1370"/>
                    <a:pt x="3180" y="1096"/>
                  </a:cubicBezTo>
                  <a:lnTo>
                    <a:pt x="2846" y="322"/>
                  </a:lnTo>
                  <a:cubicBezTo>
                    <a:pt x="2763" y="131"/>
                    <a:pt x="2584" y="0"/>
                    <a:pt x="23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1"/>
            <p:cNvSpPr/>
            <p:nvPr/>
          </p:nvSpPr>
          <p:spPr>
            <a:xfrm>
              <a:off x="1076461" y="2409176"/>
              <a:ext cx="79419" cy="60525"/>
            </a:xfrm>
            <a:custGeom>
              <a:avLst/>
              <a:gdLst/>
              <a:ahLst/>
              <a:cxnLst/>
              <a:rect l="l" t="t" r="r" b="b"/>
              <a:pathLst>
                <a:path w="2501" h="1906" extrusionOk="0">
                  <a:moveTo>
                    <a:pt x="1250" y="370"/>
                  </a:moveTo>
                  <a:cubicBezTo>
                    <a:pt x="1715" y="370"/>
                    <a:pt x="2119" y="620"/>
                    <a:pt x="2119" y="941"/>
                  </a:cubicBezTo>
                  <a:cubicBezTo>
                    <a:pt x="2119" y="1251"/>
                    <a:pt x="1715" y="1501"/>
                    <a:pt x="1250" y="1501"/>
                  </a:cubicBezTo>
                  <a:cubicBezTo>
                    <a:pt x="798" y="1501"/>
                    <a:pt x="393" y="1251"/>
                    <a:pt x="393" y="941"/>
                  </a:cubicBezTo>
                  <a:cubicBezTo>
                    <a:pt x="393" y="620"/>
                    <a:pt x="786" y="370"/>
                    <a:pt x="1250" y="370"/>
                  </a:cubicBezTo>
                  <a:close/>
                  <a:moveTo>
                    <a:pt x="1250" y="1"/>
                  </a:moveTo>
                  <a:cubicBezTo>
                    <a:pt x="929" y="1"/>
                    <a:pt x="631" y="96"/>
                    <a:pt x="393" y="251"/>
                  </a:cubicBezTo>
                  <a:cubicBezTo>
                    <a:pt x="143" y="429"/>
                    <a:pt x="0" y="691"/>
                    <a:pt x="0" y="953"/>
                  </a:cubicBezTo>
                  <a:cubicBezTo>
                    <a:pt x="0" y="1227"/>
                    <a:pt x="143" y="1465"/>
                    <a:pt x="393" y="1656"/>
                  </a:cubicBezTo>
                  <a:cubicBezTo>
                    <a:pt x="631" y="1822"/>
                    <a:pt x="929" y="1906"/>
                    <a:pt x="1250" y="1906"/>
                  </a:cubicBezTo>
                  <a:cubicBezTo>
                    <a:pt x="1584" y="1906"/>
                    <a:pt x="1881" y="1810"/>
                    <a:pt x="2119" y="1656"/>
                  </a:cubicBezTo>
                  <a:cubicBezTo>
                    <a:pt x="2369" y="1477"/>
                    <a:pt x="2500" y="1227"/>
                    <a:pt x="2500" y="953"/>
                  </a:cubicBezTo>
                  <a:cubicBezTo>
                    <a:pt x="2500" y="691"/>
                    <a:pt x="2358" y="429"/>
                    <a:pt x="2119" y="251"/>
                  </a:cubicBezTo>
                  <a:cubicBezTo>
                    <a:pt x="1881" y="96"/>
                    <a:pt x="1584" y="1"/>
                    <a:pt x="12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1"/>
            <p:cNvSpPr/>
            <p:nvPr/>
          </p:nvSpPr>
          <p:spPr>
            <a:xfrm>
              <a:off x="985324" y="2448488"/>
              <a:ext cx="86628" cy="94185"/>
            </a:xfrm>
            <a:custGeom>
              <a:avLst/>
              <a:gdLst/>
              <a:ahLst/>
              <a:cxnLst/>
              <a:rect l="l" t="t" r="r" b="b"/>
              <a:pathLst>
                <a:path w="2728" h="2966" extrusionOk="0">
                  <a:moveTo>
                    <a:pt x="977" y="370"/>
                  </a:moveTo>
                  <a:lnTo>
                    <a:pt x="1537" y="430"/>
                  </a:lnTo>
                  <a:cubicBezTo>
                    <a:pt x="1608" y="442"/>
                    <a:pt x="1680" y="489"/>
                    <a:pt x="1715" y="561"/>
                  </a:cubicBezTo>
                  <a:lnTo>
                    <a:pt x="2287" y="1858"/>
                  </a:lnTo>
                  <a:cubicBezTo>
                    <a:pt x="2322" y="1918"/>
                    <a:pt x="2322" y="1977"/>
                    <a:pt x="2311" y="2037"/>
                  </a:cubicBezTo>
                  <a:cubicBezTo>
                    <a:pt x="2299" y="2096"/>
                    <a:pt x="2251" y="2144"/>
                    <a:pt x="2191" y="2156"/>
                  </a:cubicBezTo>
                  <a:lnTo>
                    <a:pt x="1310" y="2549"/>
                  </a:lnTo>
                  <a:cubicBezTo>
                    <a:pt x="1287" y="2561"/>
                    <a:pt x="1251" y="2561"/>
                    <a:pt x="1227" y="2561"/>
                  </a:cubicBezTo>
                  <a:cubicBezTo>
                    <a:pt x="1132" y="2561"/>
                    <a:pt x="1060" y="2513"/>
                    <a:pt x="1013" y="2430"/>
                  </a:cubicBezTo>
                  <a:lnTo>
                    <a:pt x="429" y="1132"/>
                  </a:lnTo>
                  <a:cubicBezTo>
                    <a:pt x="406" y="1061"/>
                    <a:pt x="406" y="977"/>
                    <a:pt x="465" y="906"/>
                  </a:cubicBezTo>
                  <a:lnTo>
                    <a:pt x="787" y="465"/>
                  </a:lnTo>
                  <a:cubicBezTo>
                    <a:pt x="834" y="406"/>
                    <a:pt x="906" y="370"/>
                    <a:pt x="977" y="370"/>
                  </a:cubicBezTo>
                  <a:close/>
                  <a:moveTo>
                    <a:pt x="965" y="1"/>
                  </a:moveTo>
                  <a:cubicBezTo>
                    <a:pt x="775" y="1"/>
                    <a:pt x="596" y="84"/>
                    <a:pt x="477" y="251"/>
                  </a:cubicBezTo>
                  <a:lnTo>
                    <a:pt x="156" y="703"/>
                  </a:lnTo>
                  <a:cubicBezTo>
                    <a:pt x="13" y="882"/>
                    <a:pt x="1" y="1096"/>
                    <a:pt x="84" y="1311"/>
                  </a:cubicBezTo>
                  <a:lnTo>
                    <a:pt x="667" y="2608"/>
                  </a:lnTo>
                  <a:cubicBezTo>
                    <a:pt x="775" y="2823"/>
                    <a:pt x="977" y="2966"/>
                    <a:pt x="1215" y="2966"/>
                  </a:cubicBezTo>
                  <a:cubicBezTo>
                    <a:pt x="1310" y="2966"/>
                    <a:pt x="1382" y="2942"/>
                    <a:pt x="1453" y="2906"/>
                  </a:cubicBezTo>
                  <a:lnTo>
                    <a:pt x="2334" y="2513"/>
                  </a:lnTo>
                  <a:cubicBezTo>
                    <a:pt x="2489" y="2454"/>
                    <a:pt x="2608" y="2335"/>
                    <a:pt x="2644" y="2168"/>
                  </a:cubicBezTo>
                  <a:cubicBezTo>
                    <a:pt x="2727" y="2025"/>
                    <a:pt x="2727" y="1858"/>
                    <a:pt x="2656" y="1715"/>
                  </a:cubicBezTo>
                  <a:lnTo>
                    <a:pt x="2072" y="418"/>
                  </a:lnTo>
                  <a:cubicBezTo>
                    <a:pt x="1977" y="227"/>
                    <a:pt x="1787" y="84"/>
                    <a:pt x="1572" y="61"/>
                  </a:cubicBezTo>
                  <a:cubicBezTo>
                    <a:pt x="1370" y="49"/>
                    <a:pt x="1156" y="1"/>
                    <a:pt x="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1"/>
            <p:cNvSpPr/>
            <p:nvPr/>
          </p:nvSpPr>
          <p:spPr>
            <a:xfrm>
              <a:off x="1014062" y="2472336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107"/>
                    <a:pt x="370" y="0"/>
                    <a:pt x="2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1"/>
            <p:cNvSpPr/>
            <p:nvPr/>
          </p:nvSpPr>
          <p:spPr>
            <a:xfrm>
              <a:off x="866243" y="2291587"/>
              <a:ext cx="415546" cy="355053"/>
            </a:xfrm>
            <a:custGeom>
              <a:avLst/>
              <a:gdLst/>
              <a:ahLst/>
              <a:cxnLst/>
              <a:rect l="l" t="t" r="r" b="b"/>
              <a:pathLst>
                <a:path w="13086" h="11181" extrusionOk="0">
                  <a:moveTo>
                    <a:pt x="7620" y="1430"/>
                  </a:moveTo>
                  <a:lnTo>
                    <a:pt x="7620" y="1989"/>
                  </a:lnTo>
                  <a:lnTo>
                    <a:pt x="5453" y="1989"/>
                  </a:lnTo>
                  <a:lnTo>
                    <a:pt x="5453" y="1430"/>
                  </a:lnTo>
                  <a:close/>
                  <a:moveTo>
                    <a:pt x="7608" y="406"/>
                  </a:moveTo>
                  <a:cubicBezTo>
                    <a:pt x="8168" y="406"/>
                    <a:pt x="8632" y="858"/>
                    <a:pt x="8632" y="1430"/>
                  </a:cubicBezTo>
                  <a:lnTo>
                    <a:pt x="8632" y="1989"/>
                  </a:lnTo>
                  <a:lnTo>
                    <a:pt x="7989" y="1989"/>
                  </a:lnTo>
                  <a:lnTo>
                    <a:pt x="7989" y="1430"/>
                  </a:lnTo>
                  <a:cubicBezTo>
                    <a:pt x="7989" y="1215"/>
                    <a:pt x="7811" y="1037"/>
                    <a:pt x="7608" y="1037"/>
                  </a:cubicBezTo>
                  <a:lnTo>
                    <a:pt x="5453" y="1037"/>
                  </a:lnTo>
                  <a:cubicBezTo>
                    <a:pt x="5239" y="1037"/>
                    <a:pt x="5060" y="1215"/>
                    <a:pt x="5060" y="1430"/>
                  </a:cubicBezTo>
                  <a:lnTo>
                    <a:pt x="5060" y="1989"/>
                  </a:lnTo>
                  <a:lnTo>
                    <a:pt x="4417" y="1989"/>
                  </a:lnTo>
                  <a:lnTo>
                    <a:pt x="4417" y="1430"/>
                  </a:lnTo>
                  <a:cubicBezTo>
                    <a:pt x="4417" y="858"/>
                    <a:pt x="4882" y="406"/>
                    <a:pt x="5453" y="406"/>
                  </a:cubicBezTo>
                  <a:close/>
                  <a:moveTo>
                    <a:pt x="2929" y="2096"/>
                  </a:moveTo>
                  <a:cubicBezTo>
                    <a:pt x="3013" y="2096"/>
                    <a:pt x="3072" y="2156"/>
                    <a:pt x="3072" y="2227"/>
                  </a:cubicBezTo>
                  <a:lnTo>
                    <a:pt x="3072" y="3299"/>
                  </a:lnTo>
                  <a:cubicBezTo>
                    <a:pt x="3072" y="3382"/>
                    <a:pt x="3132" y="3454"/>
                    <a:pt x="3203" y="3478"/>
                  </a:cubicBezTo>
                  <a:cubicBezTo>
                    <a:pt x="3224" y="3486"/>
                    <a:pt x="3246" y="3490"/>
                    <a:pt x="3267" y="3490"/>
                  </a:cubicBezTo>
                  <a:cubicBezTo>
                    <a:pt x="3365" y="3490"/>
                    <a:pt x="3453" y="3406"/>
                    <a:pt x="3453" y="3299"/>
                  </a:cubicBezTo>
                  <a:lnTo>
                    <a:pt x="3453" y="2358"/>
                  </a:lnTo>
                  <a:lnTo>
                    <a:pt x="9632" y="2358"/>
                  </a:lnTo>
                  <a:lnTo>
                    <a:pt x="9632" y="10502"/>
                  </a:lnTo>
                  <a:lnTo>
                    <a:pt x="3453" y="10502"/>
                  </a:lnTo>
                  <a:lnTo>
                    <a:pt x="3453" y="4073"/>
                  </a:lnTo>
                  <a:cubicBezTo>
                    <a:pt x="3453" y="3978"/>
                    <a:pt x="3370" y="3882"/>
                    <a:pt x="3263" y="3882"/>
                  </a:cubicBezTo>
                  <a:cubicBezTo>
                    <a:pt x="3155" y="3882"/>
                    <a:pt x="3072" y="3978"/>
                    <a:pt x="3072" y="4073"/>
                  </a:cubicBezTo>
                  <a:lnTo>
                    <a:pt x="3072" y="10657"/>
                  </a:lnTo>
                  <a:cubicBezTo>
                    <a:pt x="3072" y="10728"/>
                    <a:pt x="3013" y="10788"/>
                    <a:pt x="2929" y="10788"/>
                  </a:cubicBezTo>
                  <a:lnTo>
                    <a:pt x="2310" y="10788"/>
                  </a:lnTo>
                  <a:cubicBezTo>
                    <a:pt x="2239" y="10788"/>
                    <a:pt x="2179" y="10728"/>
                    <a:pt x="2179" y="10657"/>
                  </a:cubicBezTo>
                  <a:lnTo>
                    <a:pt x="2179" y="2227"/>
                  </a:lnTo>
                  <a:cubicBezTo>
                    <a:pt x="2179" y="2156"/>
                    <a:pt x="2239" y="2096"/>
                    <a:pt x="2310" y="2096"/>
                  </a:cubicBezTo>
                  <a:close/>
                  <a:moveTo>
                    <a:pt x="10775" y="2096"/>
                  </a:moveTo>
                  <a:cubicBezTo>
                    <a:pt x="10847" y="2096"/>
                    <a:pt x="10906" y="2156"/>
                    <a:pt x="10906" y="2227"/>
                  </a:cubicBezTo>
                  <a:lnTo>
                    <a:pt x="10906" y="10657"/>
                  </a:lnTo>
                  <a:cubicBezTo>
                    <a:pt x="10906" y="10728"/>
                    <a:pt x="10847" y="10788"/>
                    <a:pt x="10775" y="10788"/>
                  </a:cubicBezTo>
                  <a:lnTo>
                    <a:pt x="10156" y="10788"/>
                  </a:lnTo>
                  <a:cubicBezTo>
                    <a:pt x="10073" y="10788"/>
                    <a:pt x="10013" y="10728"/>
                    <a:pt x="10013" y="10657"/>
                  </a:cubicBezTo>
                  <a:lnTo>
                    <a:pt x="10013" y="2227"/>
                  </a:lnTo>
                  <a:cubicBezTo>
                    <a:pt x="10013" y="2156"/>
                    <a:pt x="10073" y="2096"/>
                    <a:pt x="10156" y="2096"/>
                  </a:cubicBezTo>
                  <a:close/>
                  <a:moveTo>
                    <a:pt x="5465" y="1"/>
                  </a:moveTo>
                  <a:cubicBezTo>
                    <a:pt x="4691" y="1"/>
                    <a:pt x="4048" y="644"/>
                    <a:pt x="4048" y="1418"/>
                  </a:cubicBezTo>
                  <a:lnTo>
                    <a:pt x="4048" y="1977"/>
                  </a:lnTo>
                  <a:lnTo>
                    <a:pt x="3394" y="1977"/>
                  </a:lnTo>
                  <a:cubicBezTo>
                    <a:pt x="3310" y="1811"/>
                    <a:pt x="3132" y="1692"/>
                    <a:pt x="2929" y="1692"/>
                  </a:cubicBezTo>
                  <a:lnTo>
                    <a:pt x="2310" y="1692"/>
                  </a:lnTo>
                  <a:cubicBezTo>
                    <a:pt x="2096" y="1692"/>
                    <a:pt x="1941" y="1811"/>
                    <a:pt x="1846" y="1977"/>
                  </a:cubicBezTo>
                  <a:lnTo>
                    <a:pt x="1310" y="1977"/>
                  </a:lnTo>
                  <a:cubicBezTo>
                    <a:pt x="596" y="1977"/>
                    <a:pt x="0" y="2561"/>
                    <a:pt x="0" y="3287"/>
                  </a:cubicBezTo>
                  <a:lnTo>
                    <a:pt x="0" y="7990"/>
                  </a:lnTo>
                  <a:cubicBezTo>
                    <a:pt x="0" y="8097"/>
                    <a:pt x="96" y="8180"/>
                    <a:pt x="191" y="8180"/>
                  </a:cubicBezTo>
                  <a:cubicBezTo>
                    <a:pt x="298" y="8180"/>
                    <a:pt x="393" y="8097"/>
                    <a:pt x="393" y="7990"/>
                  </a:cubicBezTo>
                  <a:lnTo>
                    <a:pt x="393" y="3287"/>
                  </a:lnTo>
                  <a:cubicBezTo>
                    <a:pt x="393" y="2787"/>
                    <a:pt x="810" y="2370"/>
                    <a:pt x="1310" y="2370"/>
                  </a:cubicBezTo>
                  <a:lnTo>
                    <a:pt x="1786" y="2370"/>
                  </a:lnTo>
                  <a:lnTo>
                    <a:pt x="1786" y="10502"/>
                  </a:lnTo>
                  <a:lnTo>
                    <a:pt x="1310" y="10502"/>
                  </a:lnTo>
                  <a:cubicBezTo>
                    <a:pt x="810" y="10502"/>
                    <a:pt x="393" y="10085"/>
                    <a:pt x="393" y="9585"/>
                  </a:cubicBezTo>
                  <a:lnTo>
                    <a:pt x="393" y="8764"/>
                  </a:lnTo>
                  <a:cubicBezTo>
                    <a:pt x="393" y="8657"/>
                    <a:pt x="298" y="8573"/>
                    <a:pt x="191" y="8573"/>
                  </a:cubicBezTo>
                  <a:cubicBezTo>
                    <a:pt x="96" y="8573"/>
                    <a:pt x="0" y="8657"/>
                    <a:pt x="0" y="8764"/>
                  </a:cubicBezTo>
                  <a:lnTo>
                    <a:pt x="0" y="9585"/>
                  </a:lnTo>
                  <a:cubicBezTo>
                    <a:pt x="0" y="10300"/>
                    <a:pt x="584" y="10895"/>
                    <a:pt x="1310" y="10895"/>
                  </a:cubicBezTo>
                  <a:lnTo>
                    <a:pt x="1846" y="10895"/>
                  </a:lnTo>
                  <a:cubicBezTo>
                    <a:pt x="1941" y="11062"/>
                    <a:pt x="2120" y="11181"/>
                    <a:pt x="2310" y="11181"/>
                  </a:cubicBezTo>
                  <a:lnTo>
                    <a:pt x="2929" y="11181"/>
                  </a:lnTo>
                  <a:cubicBezTo>
                    <a:pt x="3144" y="11181"/>
                    <a:pt x="3310" y="11062"/>
                    <a:pt x="3394" y="10895"/>
                  </a:cubicBezTo>
                  <a:lnTo>
                    <a:pt x="9692" y="10895"/>
                  </a:lnTo>
                  <a:cubicBezTo>
                    <a:pt x="9775" y="11062"/>
                    <a:pt x="9954" y="11181"/>
                    <a:pt x="10156" y="11181"/>
                  </a:cubicBezTo>
                  <a:lnTo>
                    <a:pt x="10775" y="11181"/>
                  </a:lnTo>
                  <a:cubicBezTo>
                    <a:pt x="10978" y="11181"/>
                    <a:pt x="11145" y="11062"/>
                    <a:pt x="11240" y="10895"/>
                  </a:cubicBezTo>
                  <a:lnTo>
                    <a:pt x="11776" y="10895"/>
                  </a:lnTo>
                  <a:cubicBezTo>
                    <a:pt x="12490" y="10895"/>
                    <a:pt x="13085" y="10312"/>
                    <a:pt x="13085" y="9585"/>
                  </a:cubicBezTo>
                  <a:lnTo>
                    <a:pt x="13085" y="4894"/>
                  </a:lnTo>
                  <a:cubicBezTo>
                    <a:pt x="13085" y="4787"/>
                    <a:pt x="12990" y="4704"/>
                    <a:pt x="12883" y="4704"/>
                  </a:cubicBezTo>
                  <a:cubicBezTo>
                    <a:pt x="12788" y="4704"/>
                    <a:pt x="12692" y="4787"/>
                    <a:pt x="12692" y="4894"/>
                  </a:cubicBezTo>
                  <a:lnTo>
                    <a:pt x="12692" y="9585"/>
                  </a:lnTo>
                  <a:cubicBezTo>
                    <a:pt x="12692" y="10085"/>
                    <a:pt x="12276" y="10502"/>
                    <a:pt x="11776" y="10502"/>
                  </a:cubicBezTo>
                  <a:lnTo>
                    <a:pt x="11299" y="10502"/>
                  </a:lnTo>
                  <a:lnTo>
                    <a:pt x="11299" y="2370"/>
                  </a:lnTo>
                  <a:lnTo>
                    <a:pt x="11776" y="2370"/>
                  </a:lnTo>
                  <a:cubicBezTo>
                    <a:pt x="12276" y="2370"/>
                    <a:pt x="12692" y="2787"/>
                    <a:pt x="12692" y="3287"/>
                  </a:cubicBezTo>
                  <a:lnTo>
                    <a:pt x="12692" y="4120"/>
                  </a:lnTo>
                  <a:cubicBezTo>
                    <a:pt x="12692" y="4240"/>
                    <a:pt x="12788" y="4311"/>
                    <a:pt x="12895" y="4311"/>
                  </a:cubicBezTo>
                  <a:cubicBezTo>
                    <a:pt x="12990" y="4311"/>
                    <a:pt x="13085" y="4228"/>
                    <a:pt x="13085" y="4120"/>
                  </a:cubicBezTo>
                  <a:lnTo>
                    <a:pt x="13085" y="3287"/>
                  </a:lnTo>
                  <a:cubicBezTo>
                    <a:pt x="13085" y="2573"/>
                    <a:pt x="12502" y="1977"/>
                    <a:pt x="11776" y="1977"/>
                  </a:cubicBezTo>
                  <a:lnTo>
                    <a:pt x="11240" y="1977"/>
                  </a:lnTo>
                  <a:cubicBezTo>
                    <a:pt x="11145" y="1811"/>
                    <a:pt x="10966" y="1692"/>
                    <a:pt x="10775" y="1692"/>
                  </a:cubicBezTo>
                  <a:lnTo>
                    <a:pt x="10156" y="1692"/>
                  </a:lnTo>
                  <a:cubicBezTo>
                    <a:pt x="9942" y="1692"/>
                    <a:pt x="9775" y="1811"/>
                    <a:pt x="9692" y="1977"/>
                  </a:cubicBezTo>
                  <a:lnTo>
                    <a:pt x="9037" y="1977"/>
                  </a:lnTo>
                  <a:lnTo>
                    <a:pt x="9037" y="1418"/>
                  </a:lnTo>
                  <a:cubicBezTo>
                    <a:pt x="9037" y="644"/>
                    <a:pt x="8394" y="1"/>
                    <a:pt x="76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51"/>
          <p:cNvGrpSpPr/>
          <p:nvPr/>
        </p:nvGrpSpPr>
        <p:grpSpPr>
          <a:xfrm>
            <a:off x="5345169" y="2907637"/>
            <a:ext cx="420458" cy="383731"/>
            <a:chOff x="1958520" y="2302574"/>
            <a:chExt cx="359213" cy="327807"/>
          </a:xfrm>
        </p:grpSpPr>
        <p:sp>
          <p:nvSpPr>
            <p:cNvPr id="352" name="Google Shape;352;p51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1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1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51"/>
          <p:cNvGrpSpPr/>
          <p:nvPr/>
        </p:nvGrpSpPr>
        <p:grpSpPr>
          <a:xfrm>
            <a:off x="5330852" y="3818025"/>
            <a:ext cx="449098" cy="415171"/>
            <a:chOff x="7384751" y="4147984"/>
            <a:chExt cx="380012" cy="351274"/>
          </a:xfrm>
        </p:grpSpPr>
        <p:sp>
          <p:nvSpPr>
            <p:cNvPr id="356" name="Google Shape;356;p51"/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1"/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1"/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1"/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1"/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5205D4F-D0B0-A91E-0835-905BCDC546CC}"/>
              </a:ext>
            </a:extLst>
          </p:cNvPr>
          <p:cNvGrpSpPr/>
          <p:nvPr/>
        </p:nvGrpSpPr>
        <p:grpSpPr>
          <a:xfrm>
            <a:off x="1571736" y="1439155"/>
            <a:ext cx="3768267" cy="3220701"/>
            <a:chOff x="1928102" y="1681017"/>
            <a:chExt cx="3768267" cy="322070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88F9530-2C1C-C036-DBEB-E7EB116AEBC8}"/>
                </a:ext>
              </a:extLst>
            </p:cNvPr>
            <p:cNvSpPr/>
            <p:nvPr/>
          </p:nvSpPr>
          <p:spPr>
            <a:xfrm>
              <a:off x="3206319" y="1681017"/>
              <a:ext cx="2490050" cy="320969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5CDD7D-1607-F878-FEF6-E51070A30AF6}"/>
                </a:ext>
              </a:extLst>
            </p:cNvPr>
            <p:cNvGrpSpPr/>
            <p:nvPr/>
          </p:nvGrpSpPr>
          <p:grpSpPr>
            <a:xfrm>
              <a:off x="1928102" y="1681017"/>
              <a:ext cx="3175959" cy="3220701"/>
              <a:chOff x="716669" y="1778547"/>
              <a:chExt cx="3175959" cy="3220701"/>
            </a:xfrm>
          </p:grpSpPr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9C2EB0C7-6978-A2A7-7556-36249DA32800}"/>
                  </a:ext>
                </a:extLst>
              </p:cNvPr>
              <p:cNvSpPr/>
              <p:nvPr/>
            </p:nvSpPr>
            <p:spPr>
              <a:xfrm rot="5400000">
                <a:off x="3103173" y="2397694"/>
                <a:ext cx="743025" cy="32610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BBDBD77-A911-B9C5-D861-49C10937CFC8}"/>
                  </a:ext>
                </a:extLst>
              </p:cNvPr>
              <p:cNvGrpSpPr/>
              <p:nvPr/>
            </p:nvGrpSpPr>
            <p:grpSpPr>
              <a:xfrm>
                <a:off x="716669" y="1778547"/>
                <a:ext cx="3175959" cy="3220701"/>
                <a:chOff x="686247" y="1773046"/>
                <a:chExt cx="3175959" cy="3220701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AFBBB596-FDC5-BCB5-3ED8-A784DF3E7260}"/>
                    </a:ext>
                  </a:extLst>
                </p:cNvPr>
                <p:cNvSpPr/>
                <p:nvPr/>
              </p:nvSpPr>
              <p:spPr>
                <a:xfrm>
                  <a:off x="1372156" y="1773046"/>
                  <a:ext cx="2490050" cy="3209698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>
                    <a:ln w="22225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01688D20-E99C-2A7E-AFD8-7814393B74E4}"/>
                    </a:ext>
                  </a:extLst>
                </p:cNvPr>
                <p:cNvSpPr/>
                <p:nvPr/>
              </p:nvSpPr>
              <p:spPr>
                <a:xfrm>
                  <a:off x="686247" y="1784049"/>
                  <a:ext cx="2490050" cy="3209698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6">
                        <a:lumMod val="67000"/>
                      </a:schemeClr>
                    </a:gs>
                    <a:gs pos="48000">
                      <a:schemeClr val="accent6">
                        <a:lumMod val="97000"/>
                        <a:lumOff val="3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>
                    <a:ln w="22225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83EE04A1-D13C-8568-B1F6-BD6E8D74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1">
            <a:extLst>
              <a:ext uri="{FF2B5EF4-FFF2-40B4-BE49-F238E27FC236}">
                <a16:creationId xmlns:a16="http://schemas.microsoft.com/office/drawing/2014/main" id="{20AF0643-6891-1B67-186C-CEBF3D85A173}"/>
              </a:ext>
            </a:extLst>
          </p:cNvPr>
          <p:cNvGrpSpPr/>
          <p:nvPr/>
        </p:nvGrpSpPr>
        <p:grpSpPr>
          <a:xfrm>
            <a:off x="5330853" y="1997309"/>
            <a:ext cx="449122" cy="383741"/>
            <a:chOff x="866243" y="2291587"/>
            <a:chExt cx="415546" cy="355053"/>
          </a:xfrm>
        </p:grpSpPr>
        <p:sp>
          <p:nvSpPr>
            <p:cNvPr id="346" name="Google Shape;346;p51">
              <a:extLst>
                <a:ext uri="{FF2B5EF4-FFF2-40B4-BE49-F238E27FC236}">
                  <a16:creationId xmlns:a16="http://schemas.microsoft.com/office/drawing/2014/main" id="{81D2725E-8052-E4E5-D97A-E9FA1AC6EA9C}"/>
                </a:ext>
              </a:extLst>
            </p:cNvPr>
            <p:cNvSpPr/>
            <p:nvPr/>
          </p:nvSpPr>
          <p:spPr>
            <a:xfrm>
              <a:off x="1053756" y="2523748"/>
              <a:ext cx="103998" cy="81706"/>
            </a:xfrm>
            <a:custGeom>
              <a:avLst/>
              <a:gdLst/>
              <a:ahLst/>
              <a:cxnLst/>
              <a:rect l="l" t="t" r="r" b="b"/>
              <a:pathLst>
                <a:path w="3275" h="2573" extrusionOk="0">
                  <a:moveTo>
                    <a:pt x="2358" y="393"/>
                  </a:moveTo>
                  <a:cubicBezTo>
                    <a:pt x="2418" y="393"/>
                    <a:pt x="2465" y="429"/>
                    <a:pt x="2489" y="488"/>
                  </a:cubicBezTo>
                  <a:lnTo>
                    <a:pt x="2823" y="1262"/>
                  </a:lnTo>
                  <a:cubicBezTo>
                    <a:pt x="2846" y="1322"/>
                    <a:pt x="2823" y="1405"/>
                    <a:pt x="2739" y="1441"/>
                  </a:cubicBezTo>
                  <a:lnTo>
                    <a:pt x="989" y="2179"/>
                  </a:lnTo>
                  <a:cubicBezTo>
                    <a:pt x="977" y="2179"/>
                    <a:pt x="953" y="2203"/>
                    <a:pt x="929" y="2203"/>
                  </a:cubicBezTo>
                  <a:cubicBezTo>
                    <a:pt x="870" y="2203"/>
                    <a:pt x="822" y="2167"/>
                    <a:pt x="787" y="2108"/>
                  </a:cubicBezTo>
                  <a:lnTo>
                    <a:pt x="465" y="1334"/>
                  </a:lnTo>
                  <a:cubicBezTo>
                    <a:pt x="441" y="1262"/>
                    <a:pt x="465" y="1191"/>
                    <a:pt x="537" y="1155"/>
                  </a:cubicBezTo>
                  <a:lnTo>
                    <a:pt x="2299" y="417"/>
                  </a:lnTo>
                  <a:cubicBezTo>
                    <a:pt x="2311" y="417"/>
                    <a:pt x="2322" y="393"/>
                    <a:pt x="2358" y="393"/>
                  </a:cubicBezTo>
                  <a:close/>
                  <a:moveTo>
                    <a:pt x="2358" y="0"/>
                  </a:moveTo>
                  <a:cubicBezTo>
                    <a:pt x="2287" y="0"/>
                    <a:pt x="2227" y="12"/>
                    <a:pt x="2144" y="36"/>
                  </a:cubicBezTo>
                  <a:lnTo>
                    <a:pt x="394" y="786"/>
                  </a:lnTo>
                  <a:cubicBezTo>
                    <a:pt x="120" y="905"/>
                    <a:pt x="1" y="1203"/>
                    <a:pt x="108" y="1465"/>
                  </a:cubicBezTo>
                  <a:lnTo>
                    <a:pt x="429" y="2239"/>
                  </a:lnTo>
                  <a:cubicBezTo>
                    <a:pt x="525" y="2441"/>
                    <a:pt x="703" y="2572"/>
                    <a:pt x="929" y="2572"/>
                  </a:cubicBezTo>
                  <a:cubicBezTo>
                    <a:pt x="1001" y="2572"/>
                    <a:pt x="1060" y="2560"/>
                    <a:pt x="1132" y="2524"/>
                  </a:cubicBezTo>
                  <a:lnTo>
                    <a:pt x="2894" y="1786"/>
                  </a:lnTo>
                  <a:cubicBezTo>
                    <a:pt x="3156" y="1679"/>
                    <a:pt x="3275" y="1370"/>
                    <a:pt x="3180" y="1096"/>
                  </a:cubicBezTo>
                  <a:lnTo>
                    <a:pt x="2846" y="322"/>
                  </a:lnTo>
                  <a:cubicBezTo>
                    <a:pt x="2763" y="131"/>
                    <a:pt x="2584" y="0"/>
                    <a:pt x="23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1">
              <a:extLst>
                <a:ext uri="{FF2B5EF4-FFF2-40B4-BE49-F238E27FC236}">
                  <a16:creationId xmlns:a16="http://schemas.microsoft.com/office/drawing/2014/main" id="{7767D6CD-A842-CE64-B8D6-E41A87BCDC4C}"/>
                </a:ext>
              </a:extLst>
            </p:cNvPr>
            <p:cNvSpPr/>
            <p:nvPr/>
          </p:nvSpPr>
          <p:spPr>
            <a:xfrm>
              <a:off x="1076461" y="2409176"/>
              <a:ext cx="79419" cy="60525"/>
            </a:xfrm>
            <a:custGeom>
              <a:avLst/>
              <a:gdLst/>
              <a:ahLst/>
              <a:cxnLst/>
              <a:rect l="l" t="t" r="r" b="b"/>
              <a:pathLst>
                <a:path w="2501" h="1906" extrusionOk="0">
                  <a:moveTo>
                    <a:pt x="1250" y="370"/>
                  </a:moveTo>
                  <a:cubicBezTo>
                    <a:pt x="1715" y="370"/>
                    <a:pt x="2119" y="620"/>
                    <a:pt x="2119" y="941"/>
                  </a:cubicBezTo>
                  <a:cubicBezTo>
                    <a:pt x="2119" y="1251"/>
                    <a:pt x="1715" y="1501"/>
                    <a:pt x="1250" y="1501"/>
                  </a:cubicBezTo>
                  <a:cubicBezTo>
                    <a:pt x="798" y="1501"/>
                    <a:pt x="393" y="1251"/>
                    <a:pt x="393" y="941"/>
                  </a:cubicBezTo>
                  <a:cubicBezTo>
                    <a:pt x="393" y="620"/>
                    <a:pt x="786" y="370"/>
                    <a:pt x="1250" y="370"/>
                  </a:cubicBezTo>
                  <a:close/>
                  <a:moveTo>
                    <a:pt x="1250" y="1"/>
                  </a:moveTo>
                  <a:cubicBezTo>
                    <a:pt x="929" y="1"/>
                    <a:pt x="631" y="96"/>
                    <a:pt x="393" y="251"/>
                  </a:cubicBezTo>
                  <a:cubicBezTo>
                    <a:pt x="143" y="429"/>
                    <a:pt x="0" y="691"/>
                    <a:pt x="0" y="953"/>
                  </a:cubicBezTo>
                  <a:cubicBezTo>
                    <a:pt x="0" y="1227"/>
                    <a:pt x="143" y="1465"/>
                    <a:pt x="393" y="1656"/>
                  </a:cubicBezTo>
                  <a:cubicBezTo>
                    <a:pt x="631" y="1822"/>
                    <a:pt x="929" y="1906"/>
                    <a:pt x="1250" y="1906"/>
                  </a:cubicBezTo>
                  <a:cubicBezTo>
                    <a:pt x="1584" y="1906"/>
                    <a:pt x="1881" y="1810"/>
                    <a:pt x="2119" y="1656"/>
                  </a:cubicBezTo>
                  <a:cubicBezTo>
                    <a:pt x="2369" y="1477"/>
                    <a:pt x="2500" y="1227"/>
                    <a:pt x="2500" y="953"/>
                  </a:cubicBezTo>
                  <a:cubicBezTo>
                    <a:pt x="2500" y="691"/>
                    <a:pt x="2358" y="429"/>
                    <a:pt x="2119" y="251"/>
                  </a:cubicBezTo>
                  <a:cubicBezTo>
                    <a:pt x="1881" y="96"/>
                    <a:pt x="1584" y="1"/>
                    <a:pt x="12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1">
              <a:extLst>
                <a:ext uri="{FF2B5EF4-FFF2-40B4-BE49-F238E27FC236}">
                  <a16:creationId xmlns:a16="http://schemas.microsoft.com/office/drawing/2014/main" id="{72398469-8349-0C2E-88B0-5FDF61C39C87}"/>
                </a:ext>
              </a:extLst>
            </p:cNvPr>
            <p:cNvSpPr/>
            <p:nvPr/>
          </p:nvSpPr>
          <p:spPr>
            <a:xfrm>
              <a:off x="985324" y="2448488"/>
              <a:ext cx="86628" cy="94185"/>
            </a:xfrm>
            <a:custGeom>
              <a:avLst/>
              <a:gdLst/>
              <a:ahLst/>
              <a:cxnLst/>
              <a:rect l="l" t="t" r="r" b="b"/>
              <a:pathLst>
                <a:path w="2728" h="2966" extrusionOk="0">
                  <a:moveTo>
                    <a:pt x="977" y="370"/>
                  </a:moveTo>
                  <a:lnTo>
                    <a:pt x="1537" y="430"/>
                  </a:lnTo>
                  <a:cubicBezTo>
                    <a:pt x="1608" y="442"/>
                    <a:pt x="1680" y="489"/>
                    <a:pt x="1715" y="561"/>
                  </a:cubicBezTo>
                  <a:lnTo>
                    <a:pt x="2287" y="1858"/>
                  </a:lnTo>
                  <a:cubicBezTo>
                    <a:pt x="2322" y="1918"/>
                    <a:pt x="2322" y="1977"/>
                    <a:pt x="2311" y="2037"/>
                  </a:cubicBezTo>
                  <a:cubicBezTo>
                    <a:pt x="2299" y="2096"/>
                    <a:pt x="2251" y="2144"/>
                    <a:pt x="2191" y="2156"/>
                  </a:cubicBezTo>
                  <a:lnTo>
                    <a:pt x="1310" y="2549"/>
                  </a:lnTo>
                  <a:cubicBezTo>
                    <a:pt x="1287" y="2561"/>
                    <a:pt x="1251" y="2561"/>
                    <a:pt x="1227" y="2561"/>
                  </a:cubicBezTo>
                  <a:cubicBezTo>
                    <a:pt x="1132" y="2561"/>
                    <a:pt x="1060" y="2513"/>
                    <a:pt x="1013" y="2430"/>
                  </a:cubicBezTo>
                  <a:lnTo>
                    <a:pt x="429" y="1132"/>
                  </a:lnTo>
                  <a:cubicBezTo>
                    <a:pt x="406" y="1061"/>
                    <a:pt x="406" y="977"/>
                    <a:pt x="465" y="906"/>
                  </a:cubicBezTo>
                  <a:lnTo>
                    <a:pt x="787" y="465"/>
                  </a:lnTo>
                  <a:cubicBezTo>
                    <a:pt x="834" y="406"/>
                    <a:pt x="906" y="370"/>
                    <a:pt x="977" y="370"/>
                  </a:cubicBezTo>
                  <a:close/>
                  <a:moveTo>
                    <a:pt x="965" y="1"/>
                  </a:moveTo>
                  <a:cubicBezTo>
                    <a:pt x="775" y="1"/>
                    <a:pt x="596" y="84"/>
                    <a:pt x="477" y="251"/>
                  </a:cubicBezTo>
                  <a:lnTo>
                    <a:pt x="156" y="703"/>
                  </a:lnTo>
                  <a:cubicBezTo>
                    <a:pt x="13" y="882"/>
                    <a:pt x="1" y="1096"/>
                    <a:pt x="84" y="1311"/>
                  </a:cubicBezTo>
                  <a:lnTo>
                    <a:pt x="667" y="2608"/>
                  </a:lnTo>
                  <a:cubicBezTo>
                    <a:pt x="775" y="2823"/>
                    <a:pt x="977" y="2966"/>
                    <a:pt x="1215" y="2966"/>
                  </a:cubicBezTo>
                  <a:cubicBezTo>
                    <a:pt x="1310" y="2966"/>
                    <a:pt x="1382" y="2942"/>
                    <a:pt x="1453" y="2906"/>
                  </a:cubicBezTo>
                  <a:lnTo>
                    <a:pt x="2334" y="2513"/>
                  </a:lnTo>
                  <a:cubicBezTo>
                    <a:pt x="2489" y="2454"/>
                    <a:pt x="2608" y="2335"/>
                    <a:pt x="2644" y="2168"/>
                  </a:cubicBezTo>
                  <a:cubicBezTo>
                    <a:pt x="2727" y="2025"/>
                    <a:pt x="2727" y="1858"/>
                    <a:pt x="2656" y="1715"/>
                  </a:cubicBezTo>
                  <a:lnTo>
                    <a:pt x="2072" y="418"/>
                  </a:lnTo>
                  <a:cubicBezTo>
                    <a:pt x="1977" y="227"/>
                    <a:pt x="1787" y="84"/>
                    <a:pt x="1572" y="61"/>
                  </a:cubicBezTo>
                  <a:cubicBezTo>
                    <a:pt x="1370" y="49"/>
                    <a:pt x="1156" y="1"/>
                    <a:pt x="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1">
              <a:extLst>
                <a:ext uri="{FF2B5EF4-FFF2-40B4-BE49-F238E27FC236}">
                  <a16:creationId xmlns:a16="http://schemas.microsoft.com/office/drawing/2014/main" id="{1500EEEF-0A0E-4050-8A4F-EF141A52D37F}"/>
                </a:ext>
              </a:extLst>
            </p:cNvPr>
            <p:cNvSpPr/>
            <p:nvPr/>
          </p:nvSpPr>
          <p:spPr>
            <a:xfrm>
              <a:off x="1014062" y="2472336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107"/>
                    <a:pt x="370" y="0"/>
                    <a:pt x="2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1">
              <a:extLst>
                <a:ext uri="{FF2B5EF4-FFF2-40B4-BE49-F238E27FC236}">
                  <a16:creationId xmlns:a16="http://schemas.microsoft.com/office/drawing/2014/main" id="{B0DF8E9D-81D6-4D84-37DB-8B6A3965362A}"/>
                </a:ext>
              </a:extLst>
            </p:cNvPr>
            <p:cNvSpPr/>
            <p:nvPr/>
          </p:nvSpPr>
          <p:spPr>
            <a:xfrm>
              <a:off x="866243" y="2291587"/>
              <a:ext cx="415546" cy="355053"/>
            </a:xfrm>
            <a:custGeom>
              <a:avLst/>
              <a:gdLst/>
              <a:ahLst/>
              <a:cxnLst/>
              <a:rect l="l" t="t" r="r" b="b"/>
              <a:pathLst>
                <a:path w="13086" h="11181" extrusionOk="0">
                  <a:moveTo>
                    <a:pt x="7620" y="1430"/>
                  </a:moveTo>
                  <a:lnTo>
                    <a:pt x="7620" y="1989"/>
                  </a:lnTo>
                  <a:lnTo>
                    <a:pt x="5453" y="1989"/>
                  </a:lnTo>
                  <a:lnTo>
                    <a:pt x="5453" y="1430"/>
                  </a:lnTo>
                  <a:close/>
                  <a:moveTo>
                    <a:pt x="7608" y="406"/>
                  </a:moveTo>
                  <a:cubicBezTo>
                    <a:pt x="8168" y="406"/>
                    <a:pt x="8632" y="858"/>
                    <a:pt x="8632" y="1430"/>
                  </a:cubicBezTo>
                  <a:lnTo>
                    <a:pt x="8632" y="1989"/>
                  </a:lnTo>
                  <a:lnTo>
                    <a:pt x="7989" y="1989"/>
                  </a:lnTo>
                  <a:lnTo>
                    <a:pt x="7989" y="1430"/>
                  </a:lnTo>
                  <a:cubicBezTo>
                    <a:pt x="7989" y="1215"/>
                    <a:pt x="7811" y="1037"/>
                    <a:pt x="7608" y="1037"/>
                  </a:cubicBezTo>
                  <a:lnTo>
                    <a:pt x="5453" y="1037"/>
                  </a:lnTo>
                  <a:cubicBezTo>
                    <a:pt x="5239" y="1037"/>
                    <a:pt x="5060" y="1215"/>
                    <a:pt x="5060" y="1430"/>
                  </a:cubicBezTo>
                  <a:lnTo>
                    <a:pt x="5060" y="1989"/>
                  </a:lnTo>
                  <a:lnTo>
                    <a:pt x="4417" y="1989"/>
                  </a:lnTo>
                  <a:lnTo>
                    <a:pt x="4417" y="1430"/>
                  </a:lnTo>
                  <a:cubicBezTo>
                    <a:pt x="4417" y="858"/>
                    <a:pt x="4882" y="406"/>
                    <a:pt x="5453" y="406"/>
                  </a:cubicBezTo>
                  <a:close/>
                  <a:moveTo>
                    <a:pt x="2929" y="2096"/>
                  </a:moveTo>
                  <a:cubicBezTo>
                    <a:pt x="3013" y="2096"/>
                    <a:pt x="3072" y="2156"/>
                    <a:pt x="3072" y="2227"/>
                  </a:cubicBezTo>
                  <a:lnTo>
                    <a:pt x="3072" y="3299"/>
                  </a:lnTo>
                  <a:cubicBezTo>
                    <a:pt x="3072" y="3382"/>
                    <a:pt x="3132" y="3454"/>
                    <a:pt x="3203" y="3478"/>
                  </a:cubicBezTo>
                  <a:cubicBezTo>
                    <a:pt x="3224" y="3486"/>
                    <a:pt x="3246" y="3490"/>
                    <a:pt x="3267" y="3490"/>
                  </a:cubicBezTo>
                  <a:cubicBezTo>
                    <a:pt x="3365" y="3490"/>
                    <a:pt x="3453" y="3406"/>
                    <a:pt x="3453" y="3299"/>
                  </a:cubicBezTo>
                  <a:lnTo>
                    <a:pt x="3453" y="2358"/>
                  </a:lnTo>
                  <a:lnTo>
                    <a:pt x="9632" y="2358"/>
                  </a:lnTo>
                  <a:lnTo>
                    <a:pt x="9632" y="10502"/>
                  </a:lnTo>
                  <a:lnTo>
                    <a:pt x="3453" y="10502"/>
                  </a:lnTo>
                  <a:lnTo>
                    <a:pt x="3453" y="4073"/>
                  </a:lnTo>
                  <a:cubicBezTo>
                    <a:pt x="3453" y="3978"/>
                    <a:pt x="3370" y="3882"/>
                    <a:pt x="3263" y="3882"/>
                  </a:cubicBezTo>
                  <a:cubicBezTo>
                    <a:pt x="3155" y="3882"/>
                    <a:pt x="3072" y="3978"/>
                    <a:pt x="3072" y="4073"/>
                  </a:cubicBezTo>
                  <a:lnTo>
                    <a:pt x="3072" y="10657"/>
                  </a:lnTo>
                  <a:cubicBezTo>
                    <a:pt x="3072" y="10728"/>
                    <a:pt x="3013" y="10788"/>
                    <a:pt x="2929" y="10788"/>
                  </a:cubicBezTo>
                  <a:lnTo>
                    <a:pt x="2310" y="10788"/>
                  </a:lnTo>
                  <a:cubicBezTo>
                    <a:pt x="2239" y="10788"/>
                    <a:pt x="2179" y="10728"/>
                    <a:pt x="2179" y="10657"/>
                  </a:cubicBezTo>
                  <a:lnTo>
                    <a:pt x="2179" y="2227"/>
                  </a:lnTo>
                  <a:cubicBezTo>
                    <a:pt x="2179" y="2156"/>
                    <a:pt x="2239" y="2096"/>
                    <a:pt x="2310" y="2096"/>
                  </a:cubicBezTo>
                  <a:close/>
                  <a:moveTo>
                    <a:pt x="10775" y="2096"/>
                  </a:moveTo>
                  <a:cubicBezTo>
                    <a:pt x="10847" y="2096"/>
                    <a:pt x="10906" y="2156"/>
                    <a:pt x="10906" y="2227"/>
                  </a:cubicBezTo>
                  <a:lnTo>
                    <a:pt x="10906" y="10657"/>
                  </a:lnTo>
                  <a:cubicBezTo>
                    <a:pt x="10906" y="10728"/>
                    <a:pt x="10847" y="10788"/>
                    <a:pt x="10775" y="10788"/>
                  </a:cubicBezTo>
                  <a:lnTo>
                    <a:pt x="10156" y="10788"/>
                  </a:lnTo>
                  <a:cubicBezTo>
                    <a:pt x="10073" y="10788"/>
                    <a:pt x="10013" y="10728"/>
                    <a:pt x="10013" y="10657"/>
                  </a:cubicBezTo>
                  <a:lnTo>
                    <a:pt x="10013" y="2227"/>
                  </a:lnTo>
                  <a:cubicBezTo>
                    <a:pt x="10013" y="2156"/>
                    <a:pt x="10073" y="2096"/>
                    <a:pt x="10156" y="2096"/>
                  </a:cubicBezTo>
                  <a:close/>
                  <a:moveTo>
                    <a:pt x="5465" y="1"/>
                  </a:moveTo>
                  <a:cubicBezTo>
                    <a:pt x="4691" y="1"/>
                    <a:pt x="4048" y="644"/>
                    <a:pt x="4048" y="1418"/>
                  </a:cubicBezTo>
                  <a:lnTo>
                    <a:pt x="4048" y="1977"/>
                  </a:lnTo>
                  <a:lnTo>
                    <a:pt x="3394" y="1977"/>
                  </a:lnTo>
                  <a:cubicBezTo>
                    <a:pt x="3310" y="1811"/>
                    <a:pt x="3132" y="1692"/>
                    <a:pt x="2929" y="1692"/>
                  </a:cubicBezTo>
                  <a:lnTo>
                    <a:pt x="2310" y="1692"/>
                  </a:lnTo>
                  <a:cubicBezTo>
                    <a:pt x="2096" y="1692"/>
                    <a:pt x="1941" y="1811"/>
                    <a:pt x="1846" y="1977"/>
                  </a:cubicBezTo>
                  <a:lnTo>
                    <a:pt x="1310" y="1977"/>
                  </a:lnTo>
                  <a:cubicBezTo>
                    <a:pt x="596" y="1977"/>
                    <a:pt x="0" y="2561"/>
                    <a:pt x="0" y="3287"/>
                  </a:cubicBezTo>
                  <a:lnTo>
                    <a:pt x="0" y="7990"/>
                  </a:lnTo>
                  <a:cubicBezTo>
                    <a:pt x="0" y="8097"/>
                    <a:pt x="96" y="8180"/>
                    <a:pt x="191" y="8180"/>
                  </a:cubicBezTo>
                  <a:cubicBezTo>
                    <a:pt x="298" y="8180"/>
                    <a:pt x="393" y="8097"/>
                    <a:pt x="393" y="7990"/>
                  </a:cubicBezTo>
                  <a:lnTo>
                    <a:pt x="393" y="3287"/>
                  </a:lnTo>
                  <a:cubicBezTo>
                    <a:pt x="393" y="2787"/>
                    <a:pt x="810" y="2370"/>
                    <a:pt x="1310" y="2370"/>
                  </a:cubicBezTo>
                  <a:lnTo>
                    <a:pt x="1786" y="2370"/>
                  </a:lnTo>
                  <a:lnTo>
                    <a:pt x="1786" y="10502"/>
                  </a:lnTo>
                  <a:lnTo>
                    <a:pt x="1310" y="10502"/>
                  </a:lnTo>
                  <a:cubicBezTo>
                    <a:pt x="810" y="10502"/>
                    <a:pt x="393" y="10085"/>
                    <a:pt x="393" y="9585"/>
                  </a:cubicBezTo>
                  <a:lnTo>
                    <a:pt x="393" y="8764"/>
                  </a:lnTo>
                  <a:cubicBezTo>
                    <a:pt x="393" y="8657"/>
                    <a:pt x="298" y="8573"/>
                    <a:pt x="191" y="8573"/>
                  </a:cubicBezTo>
                  <a:cubicBezTo>
                    <a:pt x="96" y="8573"/>
                    <a:pt x="0" y="8657"/>
                    <a:pt x="0" y="8764"/>
                  </a:cubicBezTo>
                  <a:lnTo>
                    <a:pt x="0" y="9585"/>
                  </a:lnTo>
                  <a:cubicBezTo>
                    <a:pt x="0" y="10300"/>
                    <a:pt x="584" y="10895"/>
                    <a:pt x="1310" y="10895"/>
                  </a:cubicBezTo>
                  <a:lnTo>
                    <a:pt x="1846" y="10895"/>
                  </a:lnTo>
                  <a:cubicBezTo>
                    <a:pt x="1941" y="11062"/>
                    <a:pt x="2120" y="11181"/>
                    <a:pt x="2310" y="11181"/>
                  </a:cubicBezTo>
                  <a:lnTo>
                    <a:pt x="2929" y="11181"/>
                  </a:lnTo>
                  <a:cubicBezTo>
                    <a:pt x="3144" y="11181"/>
                    <a:pt x="3310" y="11062"/>
                    <a:pt x="3394" y="10895"/>
                  </a:cubicBezTo>
                  <a:lnTo>
                    <a:pt x="9692" y="10895"/>
                  </a:lnTo>
                  <a:cubicBezTo>
                    <a:pt x="9775" y="11062"/>
                    <a:pt x="9954" y="11181"/>
                    <a:pt x="10156" y="11181"/>
                  </a:cubicBezTo>
                  <a:lnTo>
                    <a:pt x="10775" y="11181"/>
                  </a:lnTo>
                  <a:cubicBezTo>
                    <a:pt x="10978" y="11181"/>
                    <a:pt x="11145" y="11062"/>
                    <a:pt x="11240" y="10895"/>
                  </a:cubicBezTo>
                  <a:lnTo>
                    <a:pt x="11776" y="10895"/>
                  </a:lnTo>
                  <a:cubicBezTo>
                    <a:pt x="12490" y="10895"/>
                    <a:pt x="13085" y="10312"/>
                    <a:pt x="13085" y="9585"/>
                  </a:cubicBezTo>
                  <a:lnTo>
                    <a:pt x="13085" y="4894"/>
                  </a:lnTo>
                  <a:cubicBezTo>
                    <a:pt x="13085" y="4787"/>
                    <a:pt x="12990" y="4704"/>
                    <a:pt x="12883" y="4704"/>
                  </a:cubicBezTo>
                  <a:cubicBezTo>
                    <a:pt x="12788" y="4704"/>
                    <a:pt x="12692" y="4787"/>
                    <a:pt x="12692" y="4894"/>
                  </a:cubicBezTo>
                  <a:lnTo>
                    <a:pt x="12692" y="9585"/>
                  </a:lnTo>
                  <a:cubicBezTo>
                    <a:pt x="12692" y="10085"/>
                    <a:pt x="12276" y="10502"/>
                    <a:pt x="11776" y="10502"/>
                  </a:cubicBezTo>
                  <a:lnTo>
                    <a:pt x="11299" y="10502"/>
                  </a:lnTo>
                  <a:lnTo>
                    <a:pt x="11299" y="2370"/>
                  </a:lnTo>
                  <a:lnTo>
                    <a:pt x="11776" y="2370"/>
                  </a:lnTo>
                  <a:cubicBezTo>
                    <a:pt x="12276" y="2370"/>
                    <a:pt x="12692" y="2787"/>
                    <a:pt x="12692" y="3287"/>
                  </a:cubicBezTo>
                  <a:lnTo>
                    <a:pt x="12692" y="4120"/>
                  </a:lnTo>
                  <a:cubicBezTo>
                    <a:pt x="12692" y="4240"/>
                    <a:pt x="12788" y="4311"/>
                    <a:pt x="12895" y="4311"/>
                  </a:cubicBezTo>
                  <a:cubicBezTo>
                    <a:pt x="12990" y="4311"/>
                    <a:pt x="13085" y="4228"/>
                    <a:pt x="13085" y="4120"/>
                  </a:cubicBezTo>
                  <a:lnTo>
                    <a:pt x="13085" y="3287"/>
                  </a:lnTo>
                  <a:cubicBezTo>
                    <a:pt x="13085" y="2573"/>
                    <a:pt x="12502" y="1977"/>
                    <a:pt x="11776" y="1977"/>
                  </a:cubicBezTo>
                  <a:lnTo>
                    <a:pt x="11240" y="1977"/>
                  </a:lnTo>
                  <a:cubicBezTo>
                    <a:pt x="11145" y="1811"/>
                    <a:pt x="10966" y="1692"/>
                    <a:pt x="10775" y="1692"/>
                  </a:cubicBezTo>
                  <a:lnTo>
                    <a:pt x="10156" y="1692"/>
                  </a:lnTo>
                  <a:cubicBezTo>
                    <a:pt x="9942" y="1692"/>
                    <a:pt x="9775" y="1811"/>
                    <a:pt x="9692" y="1977"/>
                  </a:cubicBezTo>
                  <a:lnTo>
                    <a:pt x="9037" y="1977"/>
                  </a:lnTo>
                  <a:lnTo>
                    <a:pt x="9037" y="1418"/>
                  </a:lnTo>
                  <a:cubicBezTo>
                    <a:pt x="9037" y="644"/>
                    <a:pt x="8394" y="1"/>
                    <a:pt x="76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51">
            <a:extLst>
              <a:ext uri="{FF2B5EF4-FFF2-40B4-BE49-F238E27FC236}">
                <a16:creationId xmlns:a16="http://schemas.microsoft.com/office/drawing/2014/main" id="{333B428D-2A2F-8742-3DEB-6A708A239AFC}"/>
              </a:ext>
            </a:extLst>
          </p:cNvPr>
          <p:cNvGrpSpPr/>
          <p:nvPr/>
        </p:nvGrpSpPr>
        <p:grpSpPr>
          <a:xfrm>
            <a:off x="5345169" y="2907637"/>
            <a:ext cx="420458" cy="383731"/>
            <a:chOff x="1958520" y="2302574"/>
            <a:chExt cx="359213" cy="327807"/>
          </a:xfrm>
        </p:grpSpPr>
        <p:sp>
          <p:nvSpPr>
            <p:cNvPr id="352" name="Google Shape;352;p51">
              <a:extLst>
                <a:ext uri="{FF2B5EF4-FFF2-40B4-BE49-F238E27FC236}">
                  <a16:creationId xmlns:a16="http://schemas.microsoft.com/office/drawing/2014/main" id="{3B592D48-92E2-34DE-17BA-542891C51001}"/>
                </a:ext>
              </a:extLst>
            </p:cNvPr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1">
              <a:extLst>
                <a:ext uri="{FF2B5EF4-FFF2-40B4-BE49-F238E27FC236}">
                  <a16:creationId xmlns:a16="http://schemas.microsoft.com/office/drawing/2014/main" id="{A664ED55-237C-BA24-DA4D-639E9C3F2C50}"/>
                </a:ext>
              </a:extLst>
            </p:cNvPr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1">
              <a:extLst>
                <a:ext uri="{FF2B5EF4-FFF2-40B4-BE49-F238E27FC236}">
                  <a16:creationId xmlns:a16="http://schemas.microsoft.com/office/drawing/2014/main" id="{D750FDDE-47B0-09BD-6CF5-A23F46E75BB9}"/>
                </a:ext>
              </a:extLst>
            </p:cNvPr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51">
            <a:extLst>
              <a:ext uri="{FF2B5EF4-FFF2-40B4-BE49-F238E27FC236}">
                <a16:creationId xmlns:a16="http://schemas.microsoft.com/office/drawing/2014/main" id="{891B3395-56D4-7D07-A07C-898C4A17CE87}"/>
              </a:ext>
            </a:extLst>
          </p:cNvPr>
          <p:cNvGrpSpPr/>
          <p:nvPr/>
        </p:nvGrpSpPr>
        <p:grpSpPr>
          <a:xfrm>
            <a:off x="5330852" y="3818025"/>
            <a:ext cx="449098" cy="415171"/>
            <a:chOff x="7384751" y="4147984"/>
            <a:chExt cx="380012" cy="351274"/>
          </a:xfrm>
        </p:grpSpPr>
        <p:sp>
          <p:nvSpPr>
            <p:cNvPr id="356" name="Google Shape;356;p51">
              <a:extLst>
                <a:ext uri="{FF2B5EF4-FFF2-40B4-BE49-F238E27FC236}">
                  <a16:creationId xmlns:a16="http://schemas.microsoft.com/office/drawing/2014/main" id="{3CD85E74-3D12-53E3-72DA-078D32B84212}"/>
                </a:ext>
              </a:extLst>
            </p:cNvPr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1">
              <a:extLst>
                <a:ext uri="{FF2B5EF4-FFF2-40B4-BE49-F238E27FC236}">
                  <a16:creationId xmlns:a16="http://schemas.microsoft.com/office/drawing/2014/main" id="{93218F32-1419-A571-71D4-45B29A3FC4BF}"/>
                </a:ext>
              </a:extLst>
            </p:cNvPr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1">
              <a:extLst>
                <a:ext uri="{FF2B5EF4-FFF2-40B4-BE49-F238E27FC236}">
                  <a16:creationId xmlns:a16="http://schemas.microsoft.com/office/drawing/2014/main" id="{FC3193E9-C188-991F-EC88-7B268CA276DF}"/>
                </a:ext>
              </a:extLst>
            </p:cNvPr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1">
              <a:extLst>
                <a:ext uri="{FF2B5EF4-FFF2-40B4-BE49-F238E27FC236}">
                  <a16:creationId xmlns:a16="http://schemas.microsoft.com/office/drawing/2014/main" id="{E97F97AE-51FE-349A-A1BF-D167698B6D6B}"/>
                </a:ext>
              </a:extLst>
            </p:cNvPr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1">
              <a:extLst>
                <a:ext uri="{FF2B5EF4-FFF2-40B4-BE49-F238E27FC236}">
                  <a16:creationId xmlns:a16="http://schemas.microsoft.com/office/drawing/2014/main" id="{7D075258-BB81-BE8A-39BB-947403396455}"/>
                </a:ext>
              </a:extLst>
            </p:cNvPr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D6BE207-A865-43C3-B42B-C7B07B75AB74}"/>
              </a:ext>
            </a:extLst>
          </p:cNvPr>
          <p:cNvGrpSpPr/>
          <p:nvPr/>
        </p:nvGrpSpPr>
        <p:grpSpPr>
          <a:xfrm>
            <a:off x="543005" y="1525215"/>
            <a:ext cx="8203459" cy="3262087"/>
            <a:chOff x="899371" y="1767077"/>
            <a:chExt cx="8203459" cy="326208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47E2E2E-4ABC-1664-C5BA-B4D286DC4AA2}"/>
                </a:ext>
              </a:extLst>
            </p:cNvPr>
            <p:cNvSpPr/>
            <p:nvPr/>
          </p:nvSpPr>
          <p:spPr>
            <a:xfrm>
              <a:off x="6612780" y="1767077"/>
              <a:ext cx="2490050" cy="320969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DC4682-315A-C4A4-893C-BE5829053183}"/>
                </a:ext>
              </a:extLst>
            </p:cNvPr>
            <p:cNvGrpSpPr/>
            <p:nvPr/>
          </p:nvGrpSpPr>
          <p:grpSpPr>
            <a:xfrm>
              <a:off x="899371" y="1794747"/>
              <a:ext cx="5353216" cy="3234417"/>
              <a:chOff x="-312062" y="1892277"/>
              <a:chExt cx="5353216" cy="3234417"/>
            </a:xfrm>
          </p:grpSpPr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5276E047-4174-8C20-509A-E0BA6F843A47}"/>
                  </a:ext>
                </a:extLst>
              </p:cNvPr>
              <p:cNvSpPr/>
              <p:nvPr/>
            </p:nvSpPr>
            <p:spPr>
              <a:xfrm rot="5400000">
                <a:off x="3103173" y="2397694"/>
                <a:ext cx="743025" cy="32610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18B4D81-97DC-3259-CB01-4E4C7ED583FC}"/>
                  </a:ext>
                </a:extLst>
              </p:cNvPr>
              <p:cNvGrpSpPr/>
              <p:nvPr/>
            </p:nvGrpSpPr>
            <p:grpSpPr>
              <a:xfrm>
                <a:off x="-312062" y="1892277"/>
                <a:ext cx="5353216" cy="3234417"/>
                <a:chOff x="-342484" y="1886776"/>
                <a:chExt cx="5353216" cy="3234417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6E7F60F3-B5F2-2B0A-30F0-59305260DB88}"/>
                    </a:ext>
                  </a:extLst>
                </p:cNvPr>
                <p:cNvSpPr/>
                <p:nvPr/>
              </p:nvSpPr>
              <p:spPr>
                <a:xfrm>
                  <a:off x="2520682" y="1911495"/>
                  <a:ext cx="2490050" cy="3209698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>
                    <a:ln w="22225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9CF1210E-102D-6536-6BA1-A85BBB14D91C}"/>
                    </a:ext>
                  </a:extLst>
                </p:cNvPr>
                <p:cNvSpPr/>
                <p:nvPr/>
              </p:nvSpPr>
              <p:spPr>
                <a:xfrm>
                  <a:off x="-342484" y="1886776"/>
                  <a:ext cx="2490050" cy="3209698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6">
                        <a:lumMod val="67000"/>
                      </a:schemeClr>
                    </a:gs>
                    <a:gs pos="48000">
                      <a:schemeClr val="accent6">
                        <a:lumMod val="97000"/>
                        <a:lumOff val="3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>
                    <a:ln w="22225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</p:grpSp>
      </p:grpSp>
      <p:pic>
        <p:nvPicPr>
          <p:cNvPr id="7" name="Picture 6" descr="A blue circuit board with black and blue components">
            <a:extLst>
              <a:ext uri="{FF2B5EF4-FFF2-40B4-BE49-F238E27FC236}">
                <a16:creationId xmlns:a16="http://schemas.microsoft.com/office/drawing/2014/main" id="{FAE52FD5-9C8D-91E2-924B-A2E593341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269" y="1912120"/>
            <a:ext cx="1677173" cy="125788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38A90-B55D-E8A8-E26E-8C102446E1FA}"/>
              </a:ext>
            </a:extLst>
          </p:cNvPr>
          <p:cNvSpPr/>
          <p:nvPr/>
        </p:nvSpPr>
        <p:spPr>
          <a:xfrm>
            <a:off x="1119504" y="1901416"/>
            <a:ext cx="1451423" cy="1183878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44A82-7235-98F1-A52D-BB25109E5A95}"/>
              </a:ext>
            </a:extLst>
          </p:cNvPr>
          <p:cNvSpPr/>
          <p:nvPr/>
        </p:nvSpPr>
        <p:spPr>
          <a:xfrm>
            <a:off x="4005413" y="1878791"/>
            <a:ext cx="1392022" cy="121781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000" b="-12000"/>
            </a:stretch>
          </a:blip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A2DBE8-BA28-EB82-D96C-6BAAB44AAEE8}"/>
              </a:ext>
            </a:extLst>
          </p:cNvPr>
          <p:cNvSpPr txBox="1"/>
          <p:nvPr/>
        </p:nvSpPr>
        <p:spPr>
          <a:xfrm>
            <a:off x="1521249" y="3573788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LEDs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89CD02-4D29-8D7C-00C5-0CF67C9D775F}"/>
              </a:ext>
            </a:extLst>
          </p:cNvPr>
          <p:cNvSpPr txBox="1"/>
          <p:nvPr/>
        </p:nvSpPr>
        <p:spPr>
          <a:xfrm>
            <a:off x="3980293" y="3584392"/>
            <a:ext cx="14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 panose="00000500000000000000" pitchFamily="2" charset="0"/>
              </a:rPr>
              <a:t>CARDBOARD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D72423E-1906-B13D-6ADD-4D035AEF7405}"/>
              </a:ext>
            </a:extLst>
          </p:cNvPr>
          <p:cNvSpPr/>
          <p:nvPr/>
        </p:nvSpPr>
        <p:spPr>
          <a:xfrm rot="5400000">
            <a:off x="2805914" y="1984415"/>
            <a:ext cx="765566" cy="409103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2F5D98C2-C32A-38BD-F8EC-C6C013E9D59C}"/>
              </a:ext>
            </a:extLst>
          </p:cNvPr>
          <p:cNvSpPr/>
          <p:nvPr/>
        </p:nvSpPr>
        <p:spPr>
          <a:xfrm rot="5400000">
            <a:off x="5688948" y="2028074"/>
            <a:ext cx="765566" cy="409103"/>
          </a:xfrm>
          <a:prstGeom prst="triangle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1D74C-664E-D7FE-3008-FC4968A72741}"/>
              </a:ext>
            </a:extLst>
          </p:cNvPr>
          <p:cNvSpPr txBox="1"/>
          <p:nvPr/>
        </p:nvSpPr>
        <p:spPr>
          <a:xfrm>
            <a:off x="6773876" y="3627345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ARDINO UDINO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648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D476118-DA05-51E2-DB33-08E1B1394136}"/>
              </a:ext>
            </a:extLst>
          </p:cNvPr>
          <p:cNvGrpSpPr/>
          <p:nvPr/>
        </p:nvGrpSpPr>
        <p:grpSpPr>
          <a:xfrm>
            <a:off x="1839951" y="1471960"/>
            <a:ext cx="5397190" cy="1884557"/>
            <a:chOff x="959004" y="664891"/>
            <a:chExt cx="7114479" cy="418588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AEEBD3E-8597-84DA-15E1-757698DBF5F9}"/>
                </a:ext>
              </a:extLst>
            </p:cNvPr>
            <p:cNvSpPr/>
            <p:nvPr/>
          </p:nvSpPr>
          <p:spPr>
            <a:xfrm>
              <a:off x="959004" y="713678"/>
              <a:ext cx="3501483" cy="413710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5B9E1F0-AFEE-F67D-3B4B-12608E1D5882}"/>
                </a:ext>
              </a:extLst>
            </p:cNvPr>
            <p:cNvSpPr/>
            <p:nvPr/>
          </p:nvSpPr>
          <p:spPr>
            <a:xfrm>
              <a:off x="4572000" y="664891"/>
              <a:ext cx="3501483" cy="413710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5C244A7-0307-FB45-72AA-E7E916AAFB46}"/>
              </a:ext>
            </a:extLst>
          </p:cNvPr>
          <p:cNvSpPr txBox="1"/>
          <p:nvPr/>
        </p:nvSpPr>
        <p:spPr>
          <a:xfrm>
            <a:off x="914400" y="635620"/>
            <a:ext cx="3472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ADVANTAGES AND DISADVANTAGES 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7A690-2B0E-7162-F119-B13B954040B9}"/>
              </a:ext>
            </a:extLst>
          </p:cNvPr>
          <p:cNvCxnSpPr>
            <a:cxnSpLocks/>
          </p:cNvCxnSpPr>
          <p:nvPr/>
        </p:nvCxnSpPr>
        <p:spPr>
          <a:xfrm>
            <a:off x="981308" y="613318"/>
            <a:ext cx="858643" cy="0"/>
          </a:xfrm>
          <a:prstGeom prst="line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C3997F1D-9C80-4B74-A0BA-806F1B65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EBD8C9C-2A16-0607-32FD-482BCFA0C282}"/>
              </a:ext>
            </a:extLst>
          </p:cNvPr>
          <p:cNvGrpSpPr/>
          <p:nvPr/>
        </p:nvGrpSpPr>
        <p:grpSpPr>
          <a:xfrm>
            <a:off x="981308" y="1510559"/>
            <a:ext cx="6969512" cy="3273313"/>
            <a:chOff x="959004" y="713677"/>
            <a:chExt cx="7114479" cy="413710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CB93396-541E-1CDB-CAEF-DA4393BDCCEC}"/>
                </a:ext>
              </a:extLst>
            </p:cNvPr>
            <p:cNvSpPr/>
            <p:nvPr/>
          </p:nvSpPr>
          <p:spPr>
            <a:xfrm>
              <a:off x="959004" y="713678"/>
              <a:ext cx="3501483" cy="413710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9D1F3F1-57FB-94E4-DD62-47412AD4CB46}"/>
                </a:ext>
              </a:extLst>
            </p:cNvPr>
            <p:cNvSpPr/>
            <p:nvPr/>
          </p:nvSpPr>
          <p:spPr>
            <a:xfrm>
              <a:off x="4572000" y="713677"/>
              <a:ext cx="3501483" cy="4088314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AC7FE0-1CAE-7396-2B75-5C11447C13C4}"/>
              </a:ext>
            </a:extLst>
          </p:cNvPr>
          <p:cNvSpPr txBox="1"/>
          <p:nvPr/>
        </p:nvSpPr>
        <p:spPr>
          <a:xfrm>
            <a:off x="914400" y="635620"/>
            <a:ext cx="3472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ADVANTAGES AND DISADVANTAGES 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3A69F5-E8A7-E77D-BC86-594D2253E887}"/>
              </a:ext>
            </a:extLst>
          </p:cNvPr>
          <p:cNvCxnSpPr>
            <a:cxnSpLocks/>
          </p:cNvCxnSpPr>
          <p:nvPr/>
        </p:nvCxnSpPr>
        <p:spPr>
          <a:xfrm>
            <a:off x="981308" y="613318"/>
            <a:ext cx="3233853" cy="0"/>
          </a:xfrm>
          <a:prstGeom prst="line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56EEA-BED8-FD3F-957C-C8E8547739E5}"/>
              </a:ext>
            </a:extLst>
          </p:cNvPr>
          <p:cNvSpPr txBox="1">
            <a:spLocks/>
          </p:cNvSpPr>
          <p:nvPr/>
        </p:nvSpPr>
        <p:spPr>
          <a:xfrm>
            <a:off x="1674706" y="1893650"/>
            <a:ext cx="1951812" cy="37701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3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6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ADVANTAGES</a:t>
            </a:r>
            <a:endParaRPr lang="en-IN" sz="1600" b="1" spc="-15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926387D-1AD8-D762-7F4C-3128C65F8F8B}"/>
              </a:ext>
            </a:extLst>
          </p:cNvPr>
          <p:cNvSpPr txBox="1">
            <a:spLocks/>
          </p:cNvSpPr>
          <p:nvPr/>
        </p:nvSpPr>
        <p:spPr>
          <a:xfrm>
            <a:off x="1851103" y="2270667"/>
            <a:ext cx="1864723" cy="1732621"/>
          </a:xfrm>
          <a:prstGeom prst="rect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IN" sz="1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1)Convenience and Flexibility.</a:t>
            </a:r>
          </a:p>
          <a:p>
            <a:endParaRPr lang="en-IN" sz="1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2)Improved Safety and Durability.</a:t>
            </a:r>
          </a:p>
          <a:p>
            <a:endParaRPr lang="en-IN" sz="1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3)Potential for New Applications and Efficiency.</a:t>
            </a:r>
            <a:endParaRPr lang="en-IN" sz="1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85A7302-2DF7-67A5-BE85-7135DAE2BA46}"/>
              </a:ext>
            </a:extLst>
          </p:cNvPr>
          <p:cNvSpPr txBox="1">
            <a:spLocks/>
          </p:cNvSpPr>
          <p:nvPr/>
        </p:nvSpPr>
        <p:spPr>
          <a:xfrm>
            <a:off x="5311162" y="1862984"/>
            <a:ext cx="2004999" cy="37701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5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DISADVANTAGES</a:t>
            </a:r>
            <a:endParaRPr lang="en-IN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BCB3220-A300-FA12-8D8E-42E35DC8A173}"/>
              </a:ext>
            </a:extLst>
          </p:cNvPr>
          <p:cNvSpPr txBox="1">
            <a:spLocks/>
          </p:cNvSpPr>
          <p:nvPr/>
        </p:nvSpPr>
        <p:spPr>
          <a:xfrm>
            <a:off x="5428175" y="2132672"/>
            <a:ext cx="1770974" cy="2071338"/>
          </a:xfrm>
          <a:prstGeom prst="rect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IN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1)Lower Power Capacity</a:t>
            </a:r>
          </a:p>
          <a:p>
            <a:endParaRPr lang="en-IN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2)Interference and Reliability</a:t>
            </a:r>
          </a:p>
          <a:p>
            <a:endParaRPr lang="en-IN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3)Cost of Technology</a:t>
            </a:r>
            <a:endParaRPr lang="en-IN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659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532D2B3-308C-EF4C-FD84-E91390DE2684}"/>
              </a:ext>
            </a:extLst>
          </p:cNvPr>
          <p:cNvGrpSpPr/>
          <p:nvPr/>
        </p:nvGrpSpPr>
        <p:grpSpPr>
          <a:xfrm>
            <a:off x="1243361" y="330353"/>
            <a:ext cx="6657278" cy="2453966"/>
            <a:chOff x="1243361" y="330353"/>
            <a:chExt cx="6657278" cy="245396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C6485E0-3CA8-8979-433F-71B915851A82}"/>
                </a:ext>
              </a:extLst>
            </p:cNvPr>
            <p:cNvSpPr/>
            <p:nvPr/>
          </p:nvSpPr>
          <p:spPr>
            <a:xfrm>
              <a:off x="1243361" y="1869919"/>
              <a:ext cx="6657278" cy="9144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43BABDB-277D-BF77-6351-BFC956CEFCBD}"/>
                </a:ext>
              </a:extLst>
            </p:cNvPr>
            <p:cNvGrpSpPr/>
            <p:nvPr/>
          </p:nvGrpSpPr>
          <p:grpSpPr>
            <a:xfrm>
              <a:off x="1243361" y="330353"/>
              <a:ext cx="6657278" cy="1996766"/>
              <a:chOff x="1243361" y="698343"/>
              <a:chExt cx="6657278" cy="1996766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09A4510-63BC-5972-DC0C-CDA464B947C6}"/>
                  </a:ext>
                </a:extLst>
              </p:cNvPr>
              <p:cNvSpPr/>
              <p:nvPr/>
            </p:nvSpPr>
            <p:spPr>
              <a:xfrm>
                <a:off x="1243361" y="1780709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36D8ADA0-7968-CBFB-11C0-0DC656818A06}"/>
                  </a:ext>
                </a:extLst>
              </p:cNvPr>
              <p:cNvSpPr/>
              <p:nvPr/>
            </p:nvSpPr>
            <p:spPr>
              <a:xfrm>
                <a:off x="1243361" y="1155543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2869674-4AF5-10B8-0658-DB4B302BDDD9}"/>
                  </a:ext>
                </a:extLst>
              </p:cNvPr>
              <p:cNvSpPr/>
              <p:nvPr/>
            </p:nvSpPr>
            <p:spPr>
              <a:xfrm>
                <a:off x="1243361" y="698343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>
          <a:extLst>
            <a:ext uri="{FF2B5EF4-FFF2-40B4-BE49-F238E27FC236}">
              <a16:creationId xmlns:a16="http://schemas.microsoft.com/office/drawing/2014/main" id="{87314E5D-B9D1-5EFC-F4B9-4C448EE0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2D5B062-B191-66C9-1410-A5B4C00286E8}"/>
              </a:ext>
            </a:extLst>
          </p:cNvPr>
          <p:cNvGrpSpPr/>
          <p:nvPr/>
        </p:nvGrpSpPr>
        <p:grpSpPr>
          <a:xfrm>
            <a:off x="1243361" y="330353"/>
            <a:ext cx="6657278" cy="4482794"/>
            <a:chOff x="1243361" y="330353"/>
            <a:chExt cx="6657278" cy="448279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F0FB885-5E50-1D19-736E-4C9258A032F3}"/>
                </a:ext>
              </a:extLst>
            </p:cNvPr>
            <p:cNvSpPr/>
            <p:nvPr/>
          </p:nvSpPr>
          <p:spPr>
            <a:xfrm>
              <a:off x="1243361" y="3898747"/>
              <a:ext cx="6657278" cy="9144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B6A4B3F-ADEF-E47B-F51B-11FA7AC09B8C}"/>
                </a:ext>
              </a:extLst>
            </p:cNvPr>
            <p:cNvGrpSpPr/>
            <p:nvPr/>
          </p:nvGrpSpPr>
          <p:grpSpPr>
            <a:xfrm>
              <a:off x="1243361" y="330353"/>
              <a:ext cx="6657278" cy="3255811"/>
              <a:chOff x="1243361" y="698343"/>
              <a:chExt cx="6657278" cy="3255811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B4FCAE9-6D66-0F63-9B71-C984D15180A6}"/>
                  </a:ext>
                </a:extLst>
              </p:cNvPr>
              <p:cNvSpPr/>
              <p:nvPr/>
            </p:nvSpPr>
            <p:spPr>
              <a:xfrm>
                <a:off x="1243361" y="3039754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18EBAAE-610A-E2AC-7175-ECBDF4B541C9}"/>
                  </a:ext>
                </a:extLst>
              </p:cNvPr>
              <p:cNvSpPr/>
              <p:nvPr/>
            </p:nvSpPr>
            <p:spPr>
              <a:xfrm>
                <a:off x="1243361" y="1812771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9AB813E-FD27-DD65-BE83-F7B07333A4CC}"/>
                  </a:ext>
                </a:extLst>
              </p:cNvPr>
              <p:cNvSpPr/>
              <p:nvPr/>
            </p:nvSpPr>
            <p:spPr>
              <a:xfrm>
                <a:off x="1243361" y="698343"/>
                <a:ext cx="6657278" cy="914400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9CAC8-F840-254A-ABC6-CC4214E89880}"/>
              </a:ext>
            </a:extLst>
          </p:cNvPr>
          <p:cNvGrpSpPr/>
          <p:nvPr/>
        </p:nvGrpSpPr>
        <p:grpSpPr>
          <a:xfrm>
            <a:off x="1328444" y="330353"/>
            <a:ext cx="1336697" cy="3255811"/>
            <a:chOff x="1328444" y="330353"/>
            <a:chExt cx="1336697" cy="325581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444D8BE-2D8C-2C0F-87E1-FEF79842A3F0}"/>
                </a:ext>
              </a:extLst>
            </p:cNvPr>
            <p:cNvSpPr/>
            <p:nvPr/>
          </p:nvSpPr>
          <p:spPr>
            <a:xfrm>
              <a:off x="1328445" y="330353"/>
              <a:ext cx="1336695" cy="914400"/>
            </a:xfrm>
            <a:prstGeom prst="roundRect">
              <a:avLst>
                <a:gd name="adj" fmla="val 10000"/>
              </a:avLst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000" r="-1000"/>
              </a:stretch>
            </a:blipFill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5D13B16-AE10-1D93-6313-C8A7A63AC27E}"/>
                </a:ext>
              </a:extLst>
            </p:cNvPr>
            <p:cNvSpPr/>
            <p:nvPr/>
          </p:nvSpPr>
          <p:spPr>
            <a:xfrm>
              <a:off x="1328446" y="1444781"/>
              <a:ext cx="1336695" cy="914400"/>
            </a:xfrm>
            <a:prstGeom prst="roundRect">
              <a:avLst>
                <a:gd name="adj" fmla="val 10000"/>
              </a:avLst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1000" r="-11000"/>
              </a:stretch>
            </a:blipFill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EA33FB-6089-2FB6-94EE-46271EFF443C}"/>
                </a:ext>
              </a:extLst>
            </p:cNvPr>
            <p:cNvSpPr/>
            <p:nvPr/>
          </p:nvSpPr>
          <p:spPr>
            <a:xfrm>
              <a:off x="1328444" y="2671764"/>
              <a:ext cx="1336695" cy="914400"/>
            </a:xfrm>
            <a:prstGeom prst="roundRect">
              <a:avLst>
                <a:gd name="adj" fmla="val 10000"/>
              </a:avLst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26000" b="-26000"/>
              </a:stretch>
            </a:blipFill>
            <a:effectLst>
              <a:glow rad="101600">
                <a:srgbClr val="92D050">
                  <a:alpha val="60000"/>
                </a:srgbClr>
              </a:glo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51C958-F9F5-3A45-A40B-D5A4B8F90036}"/>
              </a:ext>
            </a:extLst>
          </p:cNvPr>
          <p:cNvSpPr/>
          <p:nvPr/>
        </p:nvSpPr>
        <p:spPr>
          <a:xfrm>
            <a:off x="1243361" y="3898747"/>
            <a:ext cx="1421778" cy="914400"/>
          </a:xfrm>
          <a:prstGeom prst="roundRect">
            <a:avLst>
              <a:gd name="adj" fmla="val 10000"/>
            </a:avLst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F6A353-E515-F105-AF84-BE2A20722A03}"/>
              </a:ext>
            </a:extLst>
          </p:cNvPr>
          <p:cNvSpPr txBox="1"/>
          <p:nvPr/>
        </p:nvSpPr>
        <p:spPr>
          <a:xfrm>
            <a:off x="2665139" y="41822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Electronics</a:t>
            </a:r>
          </a:p>
          <a:p>
            <a:pPr lvl="0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1)Inductive systems like Qi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2)Advancements in WE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CA0D85-E40E-5848-5474-2BF0506379AE}"/>
              </a:ext>
            </a:extLst>
          </p:cNvPr>
          <p:cNvSpPr txBox="1"/>
          <p:nvPr/>
        </p:nvSpPr>
        <p:spPr>
          <a:xfrm>
            <a:off x="2665139" y="156986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Electric Vehicles (Ev’s)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1)Eliminates the need for plugging 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2)Addresses range anxiety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5183C4-2BDA-0599-08D5-22DE12FCF6F9}"/>
              </a:ext>
            </a:extLst>
          </p:cNvPr>
          <p:cNvSpPr txBox="1"/>
          <p:nvPr/>
        </p:nvSpPr>
        <p:spPr>
          <a:xfrm>
            <a:off x="2750224" y="2759632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Medical Devices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1)Implants like pacemaker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2)Minimizing the need for surgeries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34ED0-1D15-C410-F2D6-D91E701FD292}"/>
              </a:ext>
            </a:extLst>
          </p:cNvPr>
          <p:cNvSpPr txBox="1"/>
          <p:nvPr/>
        </p:nvSpPr>
        <p:spPr>
          <a:xfrm>
            <a:off x="2750224" y="398661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Industrial Use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1)Improves safety </a:t>
            </a:r>
          </a:p>
          <a:p>
            <a:pPr lvl="1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2)Continuous operation of equipment</a:t>
            </a:r>
          </a:p>
        </p:txBody>
      </p:sp>
    </p:spTree>
    <p:extLst>
      <p:ext uri="{BB962C8B-B14F-4D97-AF65-F5344CB8AC3E}">
        <p14:creationId xmlns:p14="http://schemas.microsoft.com/office/powerpoint/2010/main" val="286039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 with wires and a screen&#10;&#10;Description automatically generated">
            <a:extLst>
              <a:ext uri="{FF2B5EF4-FFF2-40B4-BE49-F238E27FC236}">
                <a16:creationId xmlns:a16="http://schemas.microsoft.com/office/drawing/2014/main" id="{26B58D92-E8E8-B7F7-26D9-D4EC0A0D1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r="9375"/>
          <a:stretch/>
        </p:blipFill>
        <p:spPr>
          <a:xfrm>
            <a:off x="1345671" y="846724"/>
            <a:ext cx="6313732" cy="3966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052B66-E7F4-7733-7F98-2B3D28B0C242}"/>
              </a:ext>
            </a:extLst>
          </p:cNvPr>
          <p:cNvSpPr txBox="1"/>
          <p:nvPr/>
        </p:nvSpPr>
        <p:spPr>
          <a:xfrm>
            <a:off x="2244279" y="387609"/>
            <a:ext cx="46554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CC33"/>
                </a:solidFill>
                <a:latin typeface="Arial Black" panose="020B0A04020102020204" pitchFamily="34" charset="0"/>
              </a:rPr>
              <a:t>WIRELESS CHARGING STATION</a:t>
            </a:r>
            <a:endParaRPr lang="en-IN" sz="2000" dirty="0">
              <a:solidFill>
                <a:srgbClr val="33CC33"/>
              </a:solidFill>
              <a:latin typeface="Arial Black" panose="020B0A04020102020204" pitchFamily="34" charset="0"/>
            </a:endParaRPr>
          </a:p>
          <a:p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403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75412-98EE-F264-4AF4-5CB42A2E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EF4176-8BEC-3BF6-B3B2-BCEC6112C8DF}"/>
              </a:ext>
            </a:extLst>
          </p:cNvPr>
          <p:cNvCxnSpPr>
            <a:cxnSpLocks/>
          </p:cNvCxnSpPr>
          <p:nvPr/>
        </p:nvCxnSpPr>
        <p:spPr>
          <a:xfrm>
            <a:off x="1059366" y="903250"/>
            <a:ext cx="2676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212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D433-0C9A-E55B-61B6-5C7D57D4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4177-6C29-C876-8C32-017B0EE0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20" y="111607"/>
            <a:ext cx="4702200" cy="941400"/>
          </a:xfrm>
        </p:spPr>
        <p:txBody>
          <a:bodyPr/>
          <a:lstStyle/>
          <a:p>
            <a:r>
              <a:rPr lang="en-US" dirty="0"/>
              <a:t>WORKING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24EA18-8E3D-A64E-1E94-F338D6008DDE}"/>
              </a:ext>
            </a:extLst>
          </p:cNvPr>
          <p:cNvCxnSpPr>
            <a:cxnSpLocks/>
          </p:cNvCxnSpPr>
          <p:nvPr/>
        </p:nvCxnSpPr>
        <p:spPr>
          <a:xfrm>
            <a:off x="941032" y="582307"/>
            <a:ext cx="1527717" cy="0"/>
          </a:xfrm>
          <a:prstGeom prst="line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EC5C946-436A-FF42-B671-0A1872716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083415"/>
              </p:ext>
            </p:extLst>
          </p:nvPr>
        </p:nvGraphicFramePr>
        <p:xfrm>
          <a:off x="941032" y="780863"/>
          <a:ext cx="6750621" cy="3581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444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1CC4EF-0525-69B5-4F6F-5B394489640C}"/>
              </a:ext>
            </a:extLst>
          </p:cNvPr>
          <p:cNvGrpSpPr/>
          <p:nvPr/>
        </p:nvGrpSpPr>
        <p:grpSpPr>
          <a:xfrm>
            <a:off x="0" y="491490"/>
            <a:ext cx="9144001" cy="4469130"/>
            <a:chOff x="0" y="491490"/>
            <a:chExt cx="9144001" cy="4469130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6266EFAF-B078-071A-F194-6617C2F447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178335"/>
                </p:ext>
              </p:extLst>
            </p:nvPr>
          </p:nvGraphicFramePr>
          <p:xfrm>
            <a:off x="0" y="491490"/>
            <a:ext cx="7807276" cy="344002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4318332F-E3C6-8747-CF25-64D91B03CC9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50094407"/>
                </p:ext>
              </p:extLst>
            </p:nvPr>
          </p:nvGraphicFramePr>
          <p:xfrm>
            <a:off x="2836735" y="1416272"/>
            <a:ext cx="6307266" cy="354434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ACCD527-7FE9-1854-FC7E-A43C6FBA250F}"/>
              </a:ext>
            </a:extLst>
          </p:cNvPr>
          <p:cNvSpPr txBox="1"/>
          <p:nvPr/>
        </p:nvSpPr>
        <p:spPr>
          <a:xfrm>
            <a:off x="2286000" y="24164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19F83E-F7F7-3065-06E8-AB5AAFB7E355}"/>
              </a:ext>
            </a:extLst>
          </p:cNvPr>
          <p:cNvSpPr txBox="1"/>
          <p:nvPr/>
        </p:nvSpPr>
        <p:spPr>
          <a:xfrm>
            <a:off x="2062975" y="2062524"/>
            <a:ext cx="4716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0D96044-A358-22A3-2612-46B497E68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73" y="1561169"/>
            <a:ext cx="7203688" cy="332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9FC827F-CC87-2BFB-D1AB-02316035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22" y="23830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691317E-0A2C-31B4-8E79-C505A160D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9B1AFAA-EE8E-D402-801E-C2716D5E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3275D4-83C8-621B-2080-E0F693BB2A88}"/>
              </a:ext>
            </a:extLst>
          </p:cNvPr>
          <p:cNvSpPr txBox="1"/>
          <p:nvPr/>
        </p:nvSpPr>
        <p:spPr>
          <a:xfrm>
            <a:off x="2283143" y="2047250"/>
            <a:ext cx="4726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does the energy go?</a:t>
            </a:r>
          </a:p>
          <a:p>
            <a:r>
              <a:rPr lang="en-US" dirty="0"/>
              <a:t>Conservation of Energy</a:t>
            </a:r>
          </a:p>
        </p:txBody>
      </p:sp>
      <p:pic>
        <p:nvPicPr>
          <p:cNvPr id="25" name="Picture 24" descr="A green battery next to a white sheet of paper&#10;&#10;Description automatically generated">
            <a:extLst>
              <a:ext uri="{FF2B5EF4-FFF2-40B4-BE49-F238E27FC236}">
                <a16:creationId xmlns:a16="http://schemas.microsoft.com/office/drawing/2014/main" id="{23014B07-F8DB-9BE6-2F91-B57959AF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59" y="871300"/>
            <a:ext cx="6144482" cy="34009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C06865-8824-121D-B9D9-481F8165E03B}"/>
              </a:ext>
            </a:extLst>
          </p:cNvPr>
          <p:cNvSpPr txBox="1"/>
          <p:nvPr/>
        </p:nvSpPr>
        <p:spPr>
          <a:xfrm>
            <a:off x="2295478" y="2398289"/>
            <a:ext cx="2125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THANK YOU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5542</TotalTime>
  <Words>232</Words>
  <Application>Microsoft Office PowerPoint</Application>
  <PresentationFormat>On-screen Show (16:9)</PresentationFormat>
  <Paragraphs>77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Sitka Text Semibold</vt:lpstr>
      <vt:lpstr>Bookman Old Style</vt:lpstr>
      <vt:lpstr>Montserrat ExtraBold</vt:lpstr>
      <vt:lpstr>Montserrat</vt:lpstr>
      <vt:lpstr>Arial</vt:lpstr>
      <vt:lpstr>Calibri</vt:lpstr>
      <vt:lpstr>Arial Black</vt:lpstr>
      <vt:lpstr>Futuristic Background by Slidesgo</vt:lpstr>
      <vt:lpstr>Physics mini PROJECT project</vt:lpstr>
      <vt:lpstr>PowerPoint Presentation</vt:lpstr>
      <vt:lpstr>64</vt:lpstr>
      <vt:lpstr>PowerPoint Presentation</vt:lpstr>
      <vt:lpstr>PowerPoint Presentation</vt:lpstr>
      <vt:lpstr>BASIC PRINCIPLES</vt:lpstr>
      <vt:lpstr>BASIC PRINCIPLES</vt:lpstr>
      <vt:lpstr>INDUCTIVE POWER TRANSFER</vt:lpstr>
      <vt:lpstr>INDUCTIVE POWER TRANSFER</vt:lpstr>
      <vt:lpstr>PowerPoint Presentation</vt:lpstr>
      <vt:lpstr>POWER SUPPLY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</vt:lpstr>
      <vt:lpstr>WORKING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vedangi mhatre</cp:lastModifiedBy>
  <cp:revision>14</cp:revision>
  <dcterms:modified xsi:type="dcterms:W3CDTF">2024-11-24T13:09:56Z</dcterms:modified>
</cp:coreProperties>
</file>